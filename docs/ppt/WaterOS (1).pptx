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3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2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3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4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notesSlides/notesSlide5.xml" ContentType="application/vnd.openxmlformats-officedocument.presentationml.notesSlide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6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7.xml" ContentType="application/vnd.openxmlformats-officedocument.presentationml.notesSlid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8.xml" ContentType="application/vnd.openxmlformats-officedocument.presentationml.notesSlide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9.xml" ContentType="application/vnd.openxmlformats-officedocument.presentationml.notesSlide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notesSlides/notesSlide10.xml" ContentType="application/vnd.openxmlformats-officedocument.presentationml.notesSlide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11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notesSlides/notesSlide12.xml" ContentType="application/vnd.openxmlformats-officedocument.presentationml.notesSlide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notesSlides/notesSlide13.xml" ContentType="application/vnd.openxmlformats-officedocument.presentationml.notesSl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notesSlides/notesSlide14.xml" ContentType="application/vnd.openxmlformats-officedocument.presentationml.notesSlide+xml"/>
  <Override PartName="/ppt/media/image49.svg" ContentType="image/svg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notesSlides/notesSlide15.xml" ContentType="application/vnd.openxmlformats-officedocument.presentationml.notesSlide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notesSlides/notesSlide16.xml" ContentType="application/vnd.openxmlformats-officedocument.presentationml.notesSlide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17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notesSlides/notesSlide18.xml" ContentType="application/vnd.openxmlformats-officedocument.presentationml.notesSlide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notesSlides/notesSlide19.xml" ContentType="application/vnd.openxmlformats-officedocument.presentationml.notesSlide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notesSlides/notesSlide20.xml" ContentType="application/vnd.openxmlformats-officedocument.presentationml.notesSlide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notesSlides/notesSlide21.xml" ContentType="application/vnd.openxmlformats-officedocument.presentationml.notesSlide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notesSlides/notesSlide22.xml" ContentType="application/vnd.openxmlformats-officedocument.presentationml.notesSlide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notesSlides/notesSlide23.xml" ContentType="application/vnd.openxmlformats-officedocument.presentationml.notesSlide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2" r:id="rId2"/>
  </p:sldMasterIdLst>
  <p:notesMasterIdLst>
    <p:notesMasterId r:id="rId28"/>
  </p:notesMasterIdLst>
  <p:sldIdLst>
    <p:sldId id="259" r:id="rId3"/>
    <p:sldId id="262" r:id="rId4"/>
    <p:sldId id="265" r:id="rId5"/>
    <p:sldId id="268" r:id="rId6"/>
    <p:sldId id="271" r:id="rId7"/>
    <p:sldId id="457" r:id="rId8"/>
    <p:sldId id="426" r:id="rId9"/>
    <p:sldId id="283" r:id="rId10"/>
    <p:sldId id="286" r:id="rId11"/>
    <p:sldId id="289" r:id="rId12"/>
    <p:sldId id="292" r:id="rId13"/>
    <p:sldId id="295" r:id="rId14"/>
    <p:sldId id="298" r:id="rId15"/>
    <p:sldId id="301" r:id="rId16"/>
    <p:sldId id="304" r:id="rId17"/>
    <p:sldId id="307" r:id="rId18"/>
    <p:sldId id="310" r:id="rId19"/>
    <p:sldId id="313" r:id="rId20"/>
    <p:sldId id="316" r:id="rId21"/>
    <p:sldId id="319" r:id="rId22"/>
    <p:sldId id="322" r:id="rId23"/>
    <p:sldId id="325" r:id="rId24"/>
    <p:sldId id="328" r:id="rId25"/>
    <p:sldId id="331" r:id="rId26"/>
    <p:sldId id="334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15"/>
    <p:restoredTop sz="0"/>
  </p:normalViewPr>
  <p:slideViewPr>
    <p:cSldViewPr>
      <p:cViewPr>
        <p:scale>
          <a:sx n="75" d="100"/>
          <a:sy n="75" d="100"/>
        </p:scale>
        <p:origin x="400" y="1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heme" Target="../theme/theme3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5" Type="http://schemas.openxmlformats.org/officeDocument/2006/relationships/slide" Target="../slides/slide2.xml"/><Relationship Id="rId4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slide" Target="../slides/slide4.xml"/><Relationship Id="rId4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5" Type="http://schemas.openxmlformats.org/officeDocument/2006/relationships/slide" Target="../slides/slide5.xml"/><Relationship Id="rId4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5" Type="http://schemas.openxmlformats.org/officeDocument/2006/relationships/slide" Target="../slides/slide8.xml"/><Relationship Id="rId4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5" Type="http://schemas.openxmlformats.org/officeDocument/2006/relationships/slide" Target="../slides/slide9.xml"/><Relationship Id="rId4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5" Type="http://schemas.openxmlformats.org/officeDocument/2006/relationships/slide" Target="../slides/slide10.xml"/><Relationship Id="rId4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5" Type="http://schemas.openxmlformats.org/officeDocument/2006/relationships/slide" Target="../slides/slide11.xml"/><Relationship Id="rId4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5" Type="http://schemas.openxmlformats.org/officeDocument/2006/relationships/slide" Target="../slides/slide12.xml"/><Relationship Id="rId4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5" Type="http://schemas.openxmlformats.org/officeDocument/2006/relationships/slide" Target="../slides/slide13.xml"/><Relationship Id="rId4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5" Type="http://schemas.openxmlformats.org/officeDocument/2006/relationships/slide" Target="../slides/slide14.xml"/><Relationship Id="rId4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5" Type="http://schemas.openxmlformats.org/officeDocument/2006/relationships/slide" Target="../slides/slide15.xml"/><Relationship Id="rId4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" Type="http://schemas.openxmlformats.org/officeDocument/2006/relationships/tags" Target="../tags/tag341.xml"/><Relationship Id="rId5" Type="http://schemas.openxmlformats.org/officeDocument/2006/relationships/slide" Target="../slides/slide16.xml"/><Relationship Id="rId4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tags" Target="../tags/tag362.xml"/><Relationship Id="rId5" Type="http://schemas.openxmlformats.org/officeDocument/2006/relationships/slide" Target="../slides/slide17.xml"/><Relationship Id="rId4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77.xml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5" Type="http://schemas.openxmlformats.org/officeDocument/2006/relationships/slide" Target="../slides/slide18.xml"/><Relationship Id="rId4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5" Type="http://schemas.openxmlformats.org/officeDocument/2006/relationships/slide" Target="../slides/slide19.xml"/><Relationship Id="rId4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" Type="http://schemas.openxmlformats.org/officeDocument/2006/relationships/tags" Target="../tags/tag413.xml"/><Relationship Id="rId5" Type="http://schemas.openxmlformats.org/officeDocument/2006/relationships/slide" Target="../slides/slide20.xml"/><Relationship Id="rId4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tags" Target="../tags/tag444.xml"/><Relationship Id="rId5" Type="http://schemas.openxmlformats.org/officeDocument/2006/relationships/slide" Target="../slides/slide21.xml"/><Relationship Id="rId4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" Type="http://schemas.openxmlformats.org/officeDocument/2006/relationships/tags" Target="../tags/tag454.xml"/><Relationship Id="rId5" Type="http://schemas.openxmlformats.org/officeDocument/2006/relationships/slide" Target="../slides/slide22.xml"/><Relationship Id="rId4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71.xml"/><Relationship Id="rId2" Type="http://schemas.openxmlformats.org/officeDocument/2006/relationships/tags" Target="../tags/tag470.xml"/><Relationship Id="rId1" Type="http://schemas.openxmlformats.org/officeDocument/2006/relationships/tags" Target="../tags/tag469.xml"/><Relationship Id="rId5" Type="http://schemas.openxmlformats.org/officeDocument/2006/relationships/slide" Target="../slides/slide23.xml"/><Relationship Id="rId4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496.xml"/><Relationship Id="rId2" Type="http://schemas.openxmlformats.org/officeDocument/2006/relationships/tags" Target="../tags/tag495.xml"/><Relationship Id="rId1" Type="http://schemas.openxmlformats.org/officeDocument/2006/relationships/tags" Target="../tags/tag494.xml"/><Relationship Id="rId5" Type="http://schemas.openxmlformats.org/officeDocument/2006/relationships/slide" Target="../slides/slide24.xml"/><Relationship Id="rId4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" Type="http://schemas.openxmlformats.org/officeDocument/2006/relationships/tags" Target="../tags/tag506.xml"/><Relationship Id="rId5" Type="http://schemas.openxmlformats.org/officeDocument/2006/relationships/slide" Target="../slides/slide25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679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680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186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MiSans" panose="00000500000000000000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MiSans" panose="00000500000000000000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MiSans" panose="00000500000000000000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MiSans" panose="00000500000000000000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7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98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26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814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2026/8/18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61141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MiSans" panose="000005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15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1046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MiSans" panose="00000500000000000000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4316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ags" Target="../tags/tag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3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iSans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iSans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iSans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699" y="-189273"/>
            <a:ext cx="3566301" cy="118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8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MiSans" panose="00000500000000000000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MiSans" panose="00000500000000000000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MiSans" panose="00000500000000000000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MiSans" panose="00000500000000000000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MiSans" panose="00000500000000000000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MiSans" panose="000005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image" Target="../media/image3.png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image" Target="../media/image2.png"/><Relationship Id="rId2" Type="http://schemas.openxmlformats.org/officeDocument/2006/relationships/tags" Target="../tags/tag70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tags" Target="../tags/tag103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88.xml"/><Relationship Id="rId21" Type="http://schemas.openxmlformats.org/officeDocument/2006/relationships/tags" Target="../tags/tag106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5" Type="http://schemas.openxmlformats.org/officeDocument/2006/relationships/tags" Target="../tags/tag110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20" Type="http://schemas.openxmlformats.org/officeDocument/2006/relationships/tags" Target="../tags/tag105.xml"/><Relationship Id="rId29" Type="http://schemas.openxmlformats.org/officeDocument/2006/relationships/image" Target="../media/image4.png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24" Type="http://schemas.openxmlformats.org/officeDocument/2006/relationships/tags" Target="../tags/tag109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23" Type="http://schemas.openxmlformats.org/officeDocument/2006/relationships/tags" Target="../tags/tag108.xml"/><Relationship Id="rId28" Type="http://schemas.openxmlformats.org/officeDocument/2006/relationships/image" Target="../media/image2.png"/><Relationship Id="rId10" Type="http://schemas.openxmlformats.org/officeDocument/2006/relationships/tags" Target="../tags/tag95.xml"/><Relationship Id="rId19" Type="http://schemas.openxmlformats.org/officeDocument/2006/relationships/tags" Target="../tags/tag104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Relationship Id="rId22" Type="http://schemas.openxmlformats.org/officeDocument/2006/relationships/tags" Target="../tags/tag107.xml"/><Relationship Id="rId27" Type="http://schemas.openxmlformats.org/officeDocument/2006/relationships/notesSlide" Target="../notesSlides/notesSlide2.xml"/><Relationship Id="rId30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image" Target="../media/image7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image" Target="../media/image6.png"/><Relationship Id="rId5" Type="http://schemas.openxmlformats.org/officeDocument/2006/relationships/tags" Target="../tags/tag118.xml"/><Relationship Id="rId10" Type="http://schemas.openxmlformats.org/officeDocument/2006/relationships/image" Target="../media/image2.png"/><Relationship Id="rId4" Type="http://schemas.openxmlformats.org/officeDocument/2006/relationships/tags" Target="../tags/tag117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image" Target="../media/image11.png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image" Target="../media/image10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9.png"/><Relationship Id="rId5" Type="http://schemas.openxmlformats.org/officeDocument/2006/relationships/tags" Target="../tags/tag128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127.xml"/><Relationship Id="rId9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47.xml"/><Relationship Id="rId18" Type="http://schemas.openxmlformats.org/officeDocument/2006/relationships/tags" Target="../tags/tag152.xml"/><Relationship Id="rId26" Type="http://schemas.openxmlformats.org/officeDocument/2006/relationships/tags" Target="../tags/tag160.xml"/><Relationship Id="rId21" Type="http://schemas.openxmlformats.org/officeDocument/2006/relationships/tags" Target="../tags/tag155.xml"/><Relationship Id="rId34" Type="http://schemas.openxmlformats.org/officeDocument/2006/relationships/image" Target="../media/image12.svg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tags" Target="../tags/tag151.xml"/><Relationship Id="rId25" Type="http://schemas.openxmlformats.org/officeDocument/2006/relationships/tags" Target="../tags/tag159.xml"/><Relationship Id="rId33" Type="http://schemas.openxmlformats.org/officeDocument/2006/relationships/notesSlide" Target="../notesSlides/notesSlide5.xml"/><Relationship Id="rId38" Type="http://schemas.openxmlformats.org/officeDocument/2006/relationships/image" Target="../media/image16.svg"/><Relationship Id="rId2" Type="http://schemas.openxmlformats.org/officeDocument/2006/relationships/tags" Target="../tags/tag136.xml"/><Relationship Id="rId16" Type="http://schemas.openxmlformats.org/officeDocument/2006/relationships/tags" Target="../tags/tag150.xml"/><Relationship Id="rId20" Type="http://schemas.openxmlformats.org/officeDocument/2006/relationships/tags" Target="../tags/tag154.xml"/><Relationship Id="rId29" Type="http://schemas.openxmlformats.org/officeDocument/2006/relationships/tags" Target="../tags/tag163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tags" Target="../tags/tag158.xml"/><Relationship Id="rId32" Type="http://schemas.openxmlformats.org/officeDocument/2006/relationships/slideLayout" Target="../slideLayouts/slideLayout1.xml"/><Relationship Id="rId37" Type="http://schemas.openxmlformats.org/officeDocument/2006/relationships/image" Target="../media/image15.svg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23" Type="http://schemas.openxmlformats.org/officeDocument/2006/relationships/tags" Target="../tags/tag157.xml"/><Relationship Id="rId28" Type="http://schemas.openxmlformats.org/officeDocument/2006/relationships/tags" Target="../tags/tag162.xml"/><Relationship Id="rId36" Type="http://schemas.openxmlformats.org/officeDocument/2006/relationships/image" Target="../media/image14.svg"/><Relationship Id="rId10" Type="http://schemas.openxmlformats.org/officeDocument/2006/relationships/tags" Target="../tags/tag144.xml"/><Relationship Id="rId19" Type="http://schemas.openxmlformats.org/officeDocument/2006/relationships/tags" Target="../tags/tag153.xml"/><Relationship Id="rId31" Type="http://schemas.openxmlformats.org/officeDocument/2006/relationships/tags" Target="../tags/tag165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Relationship Id="rId22" Type="http://schemas.openxmlformats.org/officeDocument/2006/relationships/tags" Target="../tags/tag156.xml"/><Relationship Id="rId27" Type="http://schemas.openxmlformats.org/officeDocument/2006/relationships/tags" Target="../tags/tag161.xml"/><Relationship Id="rId30" Type="http://schemas.openxmlformats.org/officeDocument/2006/relationships/tags" Target="../tags/tag164.xml"/><Relationship Id="rId35" Type="http://schemas.openxmlformats.org/officeDocument/2006/relationships/image" Target="../media/image13.png"/><Relationship Id="rId8" Type="http://schemas.openxmlformats.org/officeDocument/2006/relationships/tags" Target="../tags/tag142.xml"/><Relationship Id="rId3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video" Target="../media/media1.mp4"/><Relationship Id="rId7" Type="http://schemas.openxmlformats.org/officeDocument/2006/relationships/tags" Target="../tags/tag171.xml"/><Relationship Id="rId2" Type="http://schemas.microsoft.com/office/2007/relationships/media" Target="../media/media1.mp4"/><Relationship Id="rId1" Type="http://schemas.openxmlformats.org/officeDocument/2006/relationships/tags" Target="../tags/tag169.xml"/><Relationship Id="rId6" Type="http://schemas.openxmlformats.org/officeDocument/2006/relationships/video" Target="../media/media2.mp4"/><Relationship Id="rId11" Type="http://schemas.openxmlformats.org/officeDocument/2006/relationships/image" Target="../media/image19.png"/><Relationship Id="rId5" Type="http://schemas.microsoft.com/office/2007/relationships/media" Target="../media/media2.mp4"/><Relationship Id="rId10" Type="http://schemas.openxmlformats.org/officeDocument/2006/relationships/image" Target="../media/image18.png"/><Relationship Id="rId4" Type="http://schemas.openxmlformats.org/officeDocument/2006/relationships/tags" Target="../tags/tag170.xml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12" Type="http://schemas.openxmlformats.org/officeDocument/2006/relationships/image" Target="../media/image7.png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image" Target="../media/image6.png"/><Relationship Id="rId5" Type="http://schemas.openxmlformats.org/officeDocument/2006/relationships/tags" Target="../tags/tag179.xml"/><Relationship Id="rId10" Type="http://schemas.openxmlformats.org/officeDocument/2006/relationships/image" Target="../media/image2.png"/><Relationship Id="rId4" Type="http://schemas.openxmlformats.org/officeDocument/2006/relationships/tags" Target="../tags/tag178.xml"/><Relationship Id="rId9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13" Type="http://schemas.openxmlformats.org/officeDocument/2006/relationships/tags" Target="../tags/tag197.xml"/><Relationship Id="rId18" Type="http://schemas.openxmlformats.org/officeDocument/2006/relationships/image" Target="../media/image9.png"/><Relationship Id="rId3" Type="http://schemas.openxmlformats.org/officeDocument/2006/relationships/tags" Target="../tags/tag187.xml"/><Relationship Id="rId21" Type="http://schemas.openxmlformats.org/officeDocument/2006/relationships/image" Target="../media/image24.svg"/><Relationship Id="rId7" Type="http://schemas.openxmlformats.org/officeDocument/2006/relationships/tags" Target="../tags/tag191.xml"/><Relationship Id="rId12" Type="http://schemas.openxmlformats.org/officeDocument/2006/relationships/tags" Target="../tags/tag196.xml"/><Relationship Id="rId17" Type="http://schemas.openxmlformats.org/officeDocument/2006/relationships/notesSlide" Target="../notesSlides/notesSlide7.xml"/><Relationship Id="rId2" Type="http://schemas.openxmlformats.org/officeDocument/2006/relationships/tags" Target="../tags/tag186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23.svg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tags" Target="../tags/tag195.xml"/><Relationship Id="rId5" Type="http://schemas.openxmlformats.org/officeDocument/2006/relationships/tags" Target="../tags/tag189.xml"/><Relationship Id="rId15" Type="http://schemas.openxmlformats.org/officeDocument/2006/relationships/tags" Target="../tags/tag199.xml"/><Relationship Id="rId10" Type="http://schemas.openxmlformats.org/officeDocument/2006/relationships/tags" Target="../tags/tag194.xml"/><Relationship Id="rId19" Type="http://schemas.openxmlformats.org/officeDocument/2006/relationships/image" Target="../media/image22.svg"/><Relationship Id="rId4" Type="http://schemas.openxmlformats.org/officeDocument/2006/relationships/tags" Target="../tags/tag188.xml"/><Relationship Id="rId9" Type="http://schemas.openxmlformats.org/officeDocument/2006/relationships/tags" Target="../tags/tag193.xml"/><Relationship Id="rId14" Type="http://schemas.openxmlformats.org/officeDocument/2006/relationships/tags" Target="../tags/tag198.xml"/><Relationship Id="rId22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7.png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image" Target="../media/image6.png"/><Relationship Id="rId5" Type="http://schemas.openxmlformats.org/officeDocument/2006/relationships/tags" Target="../tags/tag207.xml"/><Relationship Id="rId10" Type="http://schemas.openxmlformats.org/officeDocument/2006/relationships/image" Target="../media/image2.png"/><Relationship Id="rId4" Type="http://schemas.openxmlformats.org/officeDocument/2006/relationships/tags" Target="../tags/tag206.xml"/><Relationship Id="rId9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18" Type="http://schemas.openxmlformats.org/officeDocument/2006/relationships/tags" Target="../tags/tag230.xml"/><Relationship Id="rId26" Type="http://schemas.openxmlformats.org/officeDocument/2006/relationships/image" Target="../media/image27.png"/><Relationship Id="rId3" Type="http://schemas.openxmlformats.org/officeDocument/2006/relationships/tags" Target="../tags/tag215.xml"/><Relationship Id="rId21" Type="http://schemas.openxmlformats.org/officeDocument/2006/relationships/tags" Target="../tags/tag233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17" Type="http://schemas.openxmlformats.org/officeDocument/2006/relationships/tags" Target="../tags/tag229.xml"/><Relationship Id="rId25" Type="http://schemas.openxmlformats.org/officeDocument/2006/relationships/image" Target="../media/image26.png"/><Relationship Id="rId2" Type="http://schemas.openxmlformats.org/officeDocument/2006/relationships/tags" Target="../tags/tag214.xml"/><Relationship Id="rId16" Type="http://schemas.openxmlformats.org/officeDocument/2006/relationships/tags" Target="../tags/tag228.xml"/><Relationship Id="rId20" Type="http://schemas.openxmlformats.org/officeDocument/2006/relationships/tags" Target="../tags/tag232.xml"/><Relationship Id="rId29" Type="http://schemas.openxmlformats.org/officeDocument/2006/relationships/image" Target="../media/image30.png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24" Type="http://schemas.openxmlformats.org/officeDocument/2006/relationships/image" Target="../media/image9.png"/><Relationship Id="rId32" Type="http://schemas.openxmlformats.org/officeDocument/2006/relationships/image" Target="../media/image33.png"/><Relationship Id="rId5" Type="http://schemas.openxmlformats.org/officeDocument/2006/relationships/tags" Target="../tags/tag217.xml"/><Relationship Id="rId15" Type="http://schemas.openxmlformats.org/officeDocument/2006/relationships/tags" Target="../tags/tag227.xml"/><Relationship Id="rId23" Type="http://schemas.openxmlformats.org/officeDocument/2006/relationships/notesSlide" Target="../notesSlides/notesSlide9.xml"/><Relationship Id="rId28" Type="http://schemas.openxmlformats.org/officeDocument/2006/relationships/image" Target="../media/image29.png"/><Relationship Id="rId10" Type="http://schemas.openxmlformats.org/officeDocument/2006/relationships/tags" Target="../tags/tag222.xml"/><Relationship Id="rId19" Type="http://schemas.openxmlformats.org/officeDocument/2006/relationships/tags" Target="../tags/tag231.xml"/><Relationship Id="rId31" Type="http://schemas.openxmlformats.org/officeDocument/2006/relationships/image" Target="../media/image32.svg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tags" Target="../tags/tag226.xml"/><Relationship Id="rId22" Type="http://schemas.openxmlformats.org/officeDocument/2006/relationships/slideLayout" Target="../slideLayouts/slideLayout1.xml"/><Relationship Id="rId27" Type="http://schemas.openxmlformats.org/officeDocument/2006/relationships/image" Target="../media/image28.png"/><Relationship Id="rId30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image" Target="../media/image35.png"/><Relationship Id="rId3" Type="http://schemas.openxmlformats.org/officeDocument/2006/relationships/tags" Target="../tags/tag239.xml"/><Relationship Id="rId21" Type="http://schemas.openxmlformats.org/officeDocument/2006/relationships/image" Target="../media/image38.png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image" Target="../media/image34.png"/><Relationship Id="rId2" Type="http://schemas.openxmlformats.org/officeDocument/2006/relationships/tags" Target="../tags/tag238.xml"/><Relationship Id="rId16" Type="http://schemas.openxmlformats.org/officeDocument/2006/relationships/image" Target="../media/image9.png"/><Relationship Id="rId20" Type="http://schemas.openxmlformats.org/officeDocument/2006/relationships/image" Target="../media/image37.svg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5" Type="http://schemas.openxmlformats.org/officeDocument/2006/relationships/tags" Target="../tags/tag241.xml"/><Relationship Id="rId15" Type="http://schemas.openxmlformats.org/officeDocument/2006/relationships/notesSlide" Target="../notesSlides/notesSlide10.xml"/><Relationship Id="rId10" Type="http://schemas.openxmlformats.org/officeDocument/2006/relationships/tags" Target="../tags/tag246.xml"/><Relationship Id="rId19" Type="http://schemas.openxmlformats.org/officeDocument/2006/relationships/image" Target="../media/image36.png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slideLayout" Target="../slideLayouts/slideLayout1.xml"/><Relationship Id="rId22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tags" Target="../tags/tag265.xml"/><Relationship Id="rId18" Type="http://schemas.openxmlformats.org/officeDocument/2006/relationships/image" Target="../media/image41.png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17" Type="http://schemas.openxmlformats.org/officeDocument/2006/relationships/image" Target="../media/image40.svg"/><Relationship Id="rId2" Type="http://schemas.openxmlformats.org/officeDocument/2006/relationships/tags" Target="../tags/tag254.xml"/><Relationship Id="rId16" Type="http://schemas.openxmlformats.org/officeDocument/2006/relationships/image" Target="../media/image9.png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5" Type="http://schemas.openxmlformats.org/officeDocument/2006/relationships/notesSlide" Target="../notesSlides/notesSlide11.xml"/><Relationship Id="rId10" Type="http://schemas.openxmlformats.org/officeDocument/2006/relationships/tags" Target="../tags/tag262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76.xml"/><Relationship Id="rId13" Type="http://schemas.openxmlformats.org/officeDocument/2006/relationships/notesSlide" Target="../notesSlides/notesSlide12.xml"/><Relationship Id="rId3" Type="http://schemas.openxmlformats.org/officeDocument/2006/relationships/tags" Target="../tags/tag271.xml"/><Relationship Id="rId7" Type="http://schemas.openxmlformats.org/officeDocument/2006/relationships/tags" Target="../tags/tag275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6" Type="http://schemas.openxmlformats.org/officeDocument/2006/relationships/tags" Target="../tags/tag274.xml"/><Relationship Id="rId11" Type="http://schemas.openxmlformats.org/officeDocument/2006/relationships/tags" Target="../tags/tag279.xml"/><Relationship Id="rId5" Type="http://schemas.openxmlformats.org/officeDocument/2006/relationships/tags" Target="../tags/tag273.xml"/><Relationship Id="rId15" Type="http://schemas.openxmlformats.org/officeDocument/2006/relationships/image" Target="../media/image42.png"/><Relationship Id="rId10" Type="http://schemas.openxmlformats.org/officeDocument/2006/relationships/tags" Target="../tags/tag278.xml"/><Relationship Id="rId4" Type="http://schemas.openxmlformats.org/officeDocument/2006/relationships/tags" Target="../tags/tag272.xml"/><Relationship Id="rId9" Type="http://schemas.openxmlformats.org/officeDocument/2006/relationships/tags" Target="../tags/tag277.xml"/><Relationship Id="rId1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295.xml"/><Relationship Id="rId18" Type="http://schemas.openxmlformats.org/officeDocument/2006/relationships/tags" Target="../tags/tag300.xml"/><Relationship Id="rId26" Type="http://schemas.openxmlformats.org/officeDocument/2006/relationships/tags" Target="../tags/tag308.xml"/><Relationship Id="rId3" Type="http://schemas.openxmlformats.org/officeDocument/2006/relationships/tags" Target="../tags/tag285.xml"/><Relationship Id="rId21" Type="http://schemas.openxmlformats.org/officeDocument/2006/relationships/tags" Target="../tags/tag303.xml"/><Relationship Id="rId34" Type="http://schemas.openxmlformats.org/officeDocument/2006/relationships/image" Target="../media/image46.svg"/><Relationship Id="rId7" Type="http://schemas.openxmlformats.org/officeDocument/2006/relationships/tags" Target="../tags/tag289.xml"/><Relationship Id="rId12" Type="http://schemas.openxmlformats.org/officeDocument/2006/relationships/tags" Target="../tags/tag294.xml"/><Relationship Id="rId17" Type="http://schemas.openxmlformats.org/officeDocument/2006/relationships/tags" Target="../tags/tag299.xml"/><Relationship Id="rId25" Type="http://schemas.openxmlformats.org/officeDocument/2006/relationships/tags" Target="../tags/tag307.xml"/><Relationship Id="rId33" Type="http://schemas.openxmlformats.org/officeDocument/2006/relationships/image" Target="../media/image45.svg"/><Relationship Id="rId2" Type="http://schemas.openxmlformats.org/officeDocument/2006/relationships/tags" Target="../tags/tag284.xml"/><Relationship Id="rId16" Type="http://schemas.openxmlformats.org/officeDocument/2006/relationships/tags" Target="../tags/tag298.xml"/><Relationship Id="rId20" Type="http://schemas.openxmlformats.org/officeDocument/2006/relationships/tags" Target="../tags/tag302.xml"/><Relationship Id="rId29" Type="http://schemas.openxmlformats.org/officeDocument/2006/relationships/image" Target="../media/image9.png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tags" Target="../tags/tag293.xml"/><Relationship Id="rId24" Type="http://schemas.openxmlformats.org/officeDocument/2006/relationships/tags" Target="../tags/tag306.xml"/><Relationship Id="rId32" Type="http://schemas.openxmlformats.org/officeDocument/2006/relationships/image" Target="../media/image44.png"/><Relationship Id="rId5" Type="http://schemas.openxmlformats.org/officeDocument/2006/relationships/tags" Target="../tags/tag287.xml"/><Relationship Id="rId15" Type="http://schemas.openxmlformats.org/officeDocument/2006/relationships/tags" Target="../tags/tag297.xml"/><Relationship Id="rId23" Type="http://schemas.openxmlformats.org/officeDocument/2006/relationships/tags" Target="../tags/tag305.xml"/><Relationship Id="rId28" Type="http://schemas.openxmlformats.org/officeDocument/2006/relationships/notesSlide" Target="../notesSlides/notesSlide13.xml"/><Relationship Id="rId10" Type="http://schemas.openxmlformats.org/officeDocument/2006/relationships/tags" Target="../tags/tag292.xml"/><Relationship Id="rId19" Type="http://schemas.openxmlformats.org/officeDocument/2006/relationships/tags" Target="../tags/tag301.xml"/><Relationship Id="rId31" Type="http://schemas.openxmlformats.org/officeDocument/2006/relationships/image" Target="../media/image43.png"/><Relationship Id="rId4" Type="http://schemas.openxmlformats.org/officeDocument/2006/relationships/tags" Target="../tags/tag286.xml"/><Relationship Id="rId9" Type="http://schemas.openxmlformats.org/officeDocument/2006/relationships/tags" Target="../tags/tag291.xml"/><Relationship Id="rId14" Type="http://schemas.openxmlformats.org/officeDocument/2006/relationships/tags" Target="../tags/tag296.xml"/><Relationship Id="rId22" Type="http://schemas.openxmlformats.org/officeDocument/2006/relationships/tags" Target="../tags/tag304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23.svg"/><Relationship Id="rId8" Type="http://schemas.openxmlformats.org/officeDocument/2006/relationships/tags" Target="../tags/tag290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324.xml"/><Relationship Id="rId18" Type="http://schemas.openxmlformats.org/officeDocument/2006/relationships/tags" Target="../tags/tag329.xml"/><Relationship Id="rId26" Type="http://schemas.openxmlformats.org/officeDocument/2006/relationships/tags" Target="../tags/tag337.xml"/><Relationship Id="rId21" Type="http://schemas.openxmlformats.org/officeDocument/2006/relationships/tags" Target="../tags/tag332.xml"/><Relationship Id="rId34" Type="http://schemas.openxmlformats.org/officeDocument/2006/relationships/image" Target="../media/image48.png"/><Relationship Id="rId7" Type="http://schemas.openxmlformats.org/officeDocument/2006/relationships/tags" Target="../tags/tag318.xml"/><Relationship Id="rId12" Type="http://schemas.openxmlformats.org/officeDocument/2006/relationships/tags" Target="../tags/tag323.xml"/><Relationship Id="rId17" Type="http://schemas.openxmlformats.org/officeDocument/2006/relationships/tags" Target="../tags/tag328.xml"/><Relationship Id="rId25" Type="http://schemas.openxmlformats.org/officeDocument/2006/relationships/tags" Target="../tags/tag336.xml"/><Relationship Id="rId33" Type="http://schemas.openxmlformats.org/officeDocument/2006/relationships/image" Target="../media/image47.png"/><Relationship Id="rId2" Type="http://schemas.openxmlformats.org/officeDocument/2006/relationships/tags" Target="../tags/tag313.xml"/><Relationship Id="rId16" Type="http://schemas.openxmlformats.org/officeDocument/2006/relationships/tags" Target="../tags/tag327.xml"/><Relationship Id="rId20" Type="http://schemas.openxmlformats.org/officeDocument/2006/relationships/tags" Target="../tags/tag331.xml"/><Relationship Id="rId29" Type="http://schemas.openxmlformats.org/officeDocument/2006/relationships/tags" Target="../tags/tag340.xml"/><Relationship Id="rId1" Type="http://schemas.openxmlformats.org/officeDocument/2006/relationships/tags" Target="../tags/tag312.xml"/><Relationship Id="rId6" Type="http://schemas.openxmlformats.org/officeDocument/2006/relationships/tags" Target="../tags/tag317.xml"/><Relationship Id="rId11" Type="http://schemas.openxmlformats.org/officeDocument/2006/relationships/tags" Target="../tags/tag322.xml"/><Relationship Id="rId24" Type="http://schemas.openxmlformats.org/officeDocument/2006/relationships/tags" Target="../tags/tag335.xml"/><Relationship Id="rId32" Type="http://schemas.openxmlformats.org/officeDocument/2006/relationships/image" Target="../media/image9.png"/><Relationship Id="rId37" Type="http://schemas.openxmlformats.org/officeDocument/2006/relationships/image" Target="../media/image51.png"/><Relationship Id="rId5" Type="http://schemas.openxmlformats.org/officeDocument/2006/relationships/tags" Target="../tags/tag316.xml"/><Relationship Id="rId15" Type="http://schemas.openxmlformats.org/officeDocument/2006/relationships/tags" Target="../tags/tag326.xml"/><Relationship Id="rId23" Type="http://schemas.openxmlformats.org/officeDocument/2006/relationships/tags" Target="../tags/tag334.xml"/><Relationship Id="rId28" Type="http://schemas.openxmlformats.org/officeDocument/2006/relationships/tags" Target="../tags/tag339.xml"/><Relationship Id="rId36" Type="http://schemas.openxmlformats.org/officeDocument/2006/relationships/image" Target="../media/image50.svg"/><Relationship Id="rId10" Type="http://schemas.openxmlformats.org/officeDocument/2006/relationships/tags" Target="../tags/tag321.xml"/><Relationship Id="rId19" Type="http://schemas.openxmlformats.org/officeDocument/2006/relationships/tags" Target="../tags/tag330.xml"/><Relationship Id="rId31" Type="http://schemas.openxmlformats.org/officeDocument/2006/relationships/notesSlide" Target="../notesSlides/notesSlide14.xml"/><Relationship Id="rId4" Type="http://schemas.openxmlformats.org/officeDocument/2006/relationships/tags" Target="../tags/tag315.xml"/><Relationship Id="rId9" Type="http://schemas.openxmlformats.org/officeDocument/2006/relationships/tags" Target="../tags/tag320.xml"/><Relationship Id="rId14" Type="http://schemas.openxmlformats.org/officeDocument/2006/relationships/tags" Target="../tags/tag325.xml"/><Relationship Id="rId22" Type="http://schemas.openxmlformats.org/officeDocument/2006/relationships/tags" Target="../tags/tag333.xml"/><Relationship Id="rId27" Type="http://schemas.openxmlformats.org/officeDocument/2006/relationships/tags" Target="../tags/tag338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49.svg"/><Relationship Id="rId8" Type="http://schemas.openxmlformats.org/officeDocument/2006/relationships/tags" Target="../tags/tag319.xml"/><Relationship Id="rId3" Type="http://schemas.openxmlformats.org/officeDocument/2006/relationships/tags" Target="../tags/tag3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51.xml"/><Relationship Id="rId13" Type="http://schemas.openxmlformats.org/officeDocument/2006/relationships/tags" Target="../tags/tag356.xml"/><Relationship Id="rId18" Type="http://schemas.openxmlformats.org/officeDocument/2006/relationships/tags" Target="../tags/tag361.xml"/><Relationship Id="rId3" Type="http://schemas.openxmlformats.org/officeDocument/2006/relationships/tags" Target="../tags/tag346.xml"/><Relationship Id="rId21" Type="http://schemas.openxmlformats.org/officeDocument/2006/relationships/image" Target="../media/image9.png"/><Relationship Id="rId7" Type="http://schemas.openxmlformats.org/officeDocument/2006/relationships/tags" Target="../tags/tag350.xml"/><Relationship Id="rId12" Type="http://schemas.openxmlformats.org/officeDocument/2006/relationships/tags" Target="../tags/tag355.xml"/><Relationship Id="rId17" Type="http://schemas.openxmlformats.org/officeDocument/2006/relationships/tags" Target="../tags/tag360.xml"/><Relationship Id="rId2" Type="http://schemas.openxmlformats.org/officeDocument/2006/relationships/tags" Target="../tags/tag345.xml"/><Relationship Id="rId16" Type="http://schemas.openxmlformats.org/officeDocument/2006/relationships/tags" Target="../tags/tag359.xml"/><Relationship Id="rId20" Type="http://schemas.openxmlformats.org/officeDocument/2006/relationships/notesSlide" Target="../notesSlides/notesSlide15.xml"/><Relationship Id="rId1" Type="http://schemas.openxmlformats.org/officeDocument/2006/relationships/tags" Target="../tags/tag344.xml"/><Relationship Id="rId6" Type="http://schemas.openxmlformats.org/officeDocument/2006/relationships/tags" Target="../tags/tag349.xml"/><Relationship Id="rId11" Type="http://schemas.openxmlformats.org/officeDocument/2006/relationships/tags" Target="../tags/tag354.xml"/><Relationship Id="rId5" Type="http://schemas.openxmlformats.org/officeDocument/2006/relationships/tags" Target="../tags/tag348.xml"/><Relationship Id="rId15" Type="http://schemas.openxmlformats.org/officeDocument/2006/relationships/tags" Target="../tags/tag358.xml"/><Relationship Id="rId23" Type="http://schemas.openxmlformats.org/officeDocument/2006/relationships/image" Target="../media/image52.png"/><Relationship Id="rId10" Type="http://schemas.openxmlformats.org/officeDocument/2006/relationships/tags" Target="../tags/tag353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47.xml"/><Relationship Id="rId9" Type="http://schemas.openxmlformats.org/officeDocument/2006/relationships/tags" Target="../tags/tag352.xml"/><Relationship Id="rId14" Type="http://schemas.openxmlformats.org/officeDocument/2006/relationships/tags" Target="../tags/tag357.xml"/><Relationship Id="rId22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72.xml"/><Relationship Id="rId13" Type="http://schemas.openxmlformats.org/officeDocument/2006/relationships/image" Target="../media/image9.png"/><Relationship Id="rId3" Type="http://schemas.openxmlformats.org/officeDocument/2006/relationships/tags" Target="../tags/tag367.xml"/><Relationship Id="rId7" Type="http://schemas.openxmlformats.org/officeDocument/2006/relationships/tags" Target="../tags/tag371.xml"/><Relationship Id="rId12" Type="http://schemas.openxmlformats.org/officeDocument/2006/relationships/notesSlide" Target="../notesSlides/notesSlide16.xml"/><Relationship Id="rId2" Type="http://schemas.openxmlformats.org/officeDocument/2006/relationships/tags" Target="../tags/tag366.xml"/><Relationship Id="rId16" Type="http://schemas.openxmlformats.org/officeDocument/2006/relationships/image" Target="../media/image55.png"/><Relationship Id="rId1" Type="http://schemas.openxmlformats.org/officeDocument/2006/relationships/tags" Target="../tags/tag365.xml"/><Relationship Id="rId6" Type="http://schemas.openxmlformats.org/officeDocument/2006/relationships/tags" Target="../tags/tag370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369.xml"/><Relationship Id="rId15" Type="http://schemas.openxmlformats.org/officeDocument/2006/relationships/image" Target="../media/image54.png"/><Relationship Id="rId10" Type="http://schemas.openxmlformats.org/officeDocument/2006/relationships/tags" Target="../tags/tag374.xml"/><Relationship Id="rId4" Type="http://schemas.openxmlformats.org/officeDocument/2006/relationships/tags" Target="../tags/tag368.xml"/><Relationship Id="rId9" Type="http://schemas.openxmlformats.org/officeDocument/2006/relationships/tags" Target="../tags/tag373.xml"/><Relationship Id="rId14" Type="http://schemas.openxmlformats.org/officeDocument/2006/relationships/image" Target="../media/image5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3" Type="http://schemas.openxmlformats.org/officeDocument/2006/relationships/tags" Target="../tags/tag380.xml"/><Relationship Id="rId7" Type="http://schemas.openxmlformats.org/officeDocument/2006/relationships/tags" Target="../tags/tag384.xml"/><Relationship Id="rId12" Type="http://schemas.openxmlformats.org/officeDocument/2006/relationships/image" Target="../media/image7.png"/><Relationship Id="rId2" Type="http://schemas.openxmlformats.org/officeDocument/2006/relationships/tags" Target="../tags/tag379.xml"/><Relationship Id="rId1" Type="http://schemas.openxmlformats.org/officeDocument/2006/relationships/tags" Target="../tags/tag378.xml"/><Relationship Id="rId6" Type="http://schemas.openxmlformats.org/officeDocument/2006/relationships/tags" Target="../tags/tag383.xml"/><Relationship Id="rId11" Type="http://schemas.openxmlformats.org/officeDocument/2006/relationships/image" Target="../media/image6.png"/><Relationship Id="rId5" Type="http://schemas.openxmlformats.org/officeDocument/2006/relationships/tags" Target="../tags/tag382.xml"/><Relationship Id="rId10" Type="http://schemas.openxmlformats.org/officeDocument/2006/relationships/image" Target="../media/image2.png"/><Relationship Id="rId4" Type="http://schemas.openxmlformats.org/officeDocument/2006/relationships/tags" Target="../tags/tag381.xml"/><Relationship Id="rId9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400.xml"/><Relationship Id="rId18" Type="http://schemas.openxmlformats.org/officeDocument/2006/relationships/tags" Target="../tags/tag405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390.xml"/><Relationship Id="rId21" Type="http://schemas.openxmlformats.org/officeDocument/2006/relationships/tags" Target="../tags/tag408.xml"/><Relationship Id="rId7" Type="http://schemas.openxmlformats.org/officeDocument/2006/relationships/tags" Target="../tags/tag394.xml"/><Relationship Id="rId12" Type="http://schemas.openxmlformats.org/officeDocument/2006/relationships/tags" Target="../tags/tag399.xml"/><Relationship Id="rId17" Type="http://schemas.openxmlformats.org/officeDocument/2006/relationships/tags" Target="../tags/tag404.xml"/><Relationship Id="rId25" Type="http://schemas.openxmlformats.org/officeDocument/2006/relationships/tags" Target="../tags/tag412.xml"/><Relationship Id="rId33" Type="http://schemas.openxmlformats.org/officeDocument/2006/relationships/image" Target="../media/image60.svg"/><Relationship Id="rId2" Type="http://schemas.openxmlformats.org/officeDocument/2006/relationships/tags" Target="../tags/tag389.xml"/><Relationship Id="rId16" Type="http://schemas.openxmlformats.org/officeDocument/2006/relationships/tags" Target="../tags/tag403.xml"/><Relationship Id="rId20" Type="http://schemas.openxmlformats.org/officeDocument/2006/relationships/tags" Target="../tags/tag407.xml"/><Relationship Id="rId29" Type="http://schemas.openxmlformats.org/officeDocument/2006/relationships/image" Target="../media/image56.svg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24" Type="http://schemas.openxmlformats.org/officeDocument/2006/relationships/tags" Target="../tags/tag411.xml"/><Relationship Id="rId32" Type="http://schemas.openxmlformats.org/officeDocument/2006/relationships/image" Target="../media/image59.svg"/><Relationship Id="rId5" Type="http://schemas.openxmlformats.org/officeDocument/2006/relationships/tags" Target="../tags/tag392.xml"/><Relationship Id="rId15" Type="http://schemas.openxmlformats.org/officeDocument/2006/relationships/tags" Target="../tags/tag402.xml"/><Relationship Id="rId23" Type="http://schemas.openxmlformats.org/officeDocument/2006/relationships/tags" Target="../tags/tag410.xml"/><Relationship Id="rId28" Type="http://schemas.openxmlformats.org/officeDocument/2006/relationships/image" Target="../media/image9.png"/><Relationship Id="rId10" Type="http://schemas.openxmlformats.org/officeDocument/2006/relationships/tags" Target="../tags/tag397.xml"/><Relationship Id="rId19" Type="http://schemas.openxmlformats.org/officeDocument/2006/relationships/tags" Target="../tags/tag406.xml"/><Relationship Id="rId31" Type="http://schemas.openxmlformats.org/officeDocument/2006/relationships/image" Target="../media/image58.svg"/><Relationship Id="rId4" Type="http://schemas.openxmlformats.org/officeDocument/2006/relationships/tags" Target="../tags/tag391.xml"/><Relationship Id="rId9" Type="http://schemas.openxmlformats.org/officeDocument/2006/relationships/tags" Target="../tags/tag396.xml"/><Relationship Id="rId14" Type="http://schemas.openxmlformats.org/officeDocument/2006/relationships/tags" Target="../tags/tag401.xml"/><Relationship Id="rId22" Type="http://schemas.openxmlformats.org/officeDocument/2006/relationships/tags" Target="../tags/tag409.xml"/><Relationship Id="rId27" Type="http://schemas.openxmlformats.org/officeDocument/2006/relationships/notesSlide" Target="../notesSlides/notesSlide18.xml"/><Relationship Id="rId30" Type="http://schemas.openxmlformats.org/officeDocument/2006/relationships/image" Target="../media/image57.svg"/><Relationship Id="rId8" Type="http://schemas.openxmlformats.org/officeDocument/2006/relationships/tags" Target="../tags/tag395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428.xml"/><Relationship Id="rId18" Type="http://schemas.openxmlformats.org/officeDocument/2006/relationships/tags" Target="../tags/tag433.xml"/><Relationship Id="rId26" Type="http://schemas.openxmlformats.org/officeDocument/2006/relationships/tags" Target="../tags/tag441.xml"/><Relationship Id="rId3" Type="http://schemas.openxmlformats.org/officeDocument/2006/relationships/tags" Target="../tags/tag418.xml"/><Relationship Id="rId21" Type="http://schemas.openxmlformats.org/officeDocument/2006/relationships/tags" Target="../tags/tag436.xml"/><Relationship Id="rId34" Type="http://schemas.openxmlformats.org/officeDocument/2006/relationships/image" Target="../media/image63.svg"/><Relationship Id="rId7" Type="http://schemas.openxmlformats.org/officeDocument/2006/relationships/tags" Target="../tags/tag422.xml"/><Relationship Id="rId12" Type="http://schemas.openxmlformats.org/officeDocument/2006/relationships/tags" Target="../tags/tag427.xml"/><Relationship Id="rId17" Type="http://schemas.openxmlformats.org/officeDocument/2006/relationships/tags" Target="../tags/tag432.xml"/><Relationship Id="rId25" Type="http://schemas.openxmlformats.org/officeDocument/2006/relationships/tags" Target="../tags/tag440.xml"/><Relationship Id="rId33" Type="http://schemas.openxmlformats.org/officeDocument/2006/relationships/image" Target="../media/image62.svg"/><Relationship Id="rId2" Type="http://schemas.openxmlformats.org/officeDocument/2006/relationships/tags" Target="../tags/tag417.xml"/><Relationship Id="rId16" Type="http://schemas.openxmlformats.org/officeDocument/2006/relationships/tags" Target="../tags/tag431.xml"/><Relationship Id="rId20" Type="http://schemas.openxmlformats.org/officeDocument/2006/relationships/tags" Target="../tags/tag435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416.xml"/><Relationship Id="rId6" Type="http://schemas.openxmlformats.org/officeDocument/2006/relationships/tags" Target="../tags/tag421.xml"/><Relationship Id="rId11" Type="http://schemas.openxmlformats.org/officeDocument/2006/relationships/tags" Target="../tags/tag426.xml"/><Relationship Id="rId24" Type="http://schemas.openxmlformats.org/officeDocument/2006/relationships/tags" Target="../tags/tag439.xml"/><Relationship Id="rId32" Type="http://schemas.openxmlformats.org/officeDocument/2006/relationships/image" Target="../media/image61.png"/><Relationship Id="rId5" Type="http://schemas.openxmlformats.org/officeDocument/2006/relationships/tags" Target="../tags/tag420.xml"/><Relationship Id="rId15" Type="http://schemas.openxmlformats.org/officeDocument/2006/relationships/tags" Target="../tags/tag430.xml"/><Relationship Id="rId23" Type="http://schemas.openxmlformats.org/officeDocument/2006/relationships/tags" Target="../tags/tag438.xml"/><Relationship Id="rId28" Type="http://schemas.openxmlformats.org/officeDocument/2006/relationships/tags" Target="../tags/tag443.xml"/><Relationship Id="rId10" Type="http://schemas.openxmlformats.org/officeDocument/2006/relationships/tags" Target="../tags/tag425.xml"/><Relationship Id="rId19" Type="http://schemas.openxmlformats.org/officeDocument/2006/relationships/tags" Target="../tags/tag434.xml"/><Relationship Id="rId31" Type="http://schemas.openxmlformats.org/officeDocument/2006/relationships/image" Target="../media/image9.png"/><Relationship Id="rId4" Type="http://schemas.openxmlformats.org/officeDocument/2006/relationships/tags" Target="../tags/tag419.xml"/><Relationship Id="rId9" Type="http://schemas.openxmlformats.org/officeDocument/2006/relationships/tags" Target="../tags/tag424.xml"/><Relationship Id="rId14" Type="http://schemas.openxmlformats.org/officeDocument/2006/relationships/tags" Target="../tags/tag429.xml"/><Relationship Id="rId22" Type="http://schemas.openxmlformats.org/officeDocument/2006/relationships/tags" Target="../tags/tag437.xml"/><Relationship Id="rId27" Type="http://schemas.openxmlformats.org/officeDocument/2006/relationships/tags" Target="../tags/tag442.xml"/><Relationship Id="rId30" Type="http://schemas.openxmlformats.org/officeDocument/2006/relationships/notesSlide" Target="../notesSlides/notesSlide19.xml"/><Relationship Id="rId8" Type="http://schemas.openxmlformats.org/officeDocument/2006/relationships/tags" Target="../tags/tag42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3" Type="http://schemas.openxmlformats.org/officeDocument/2006/relationships/tags" Target="../tags/tag449.xml"/><Relationship Id="rId7" Type="http://schemas.openxmlformats.org/officeDocument/2006/relationships/tags" Target="../tags/tag453.xml"/><Relationship Id="rId12" Type="http://schemas.openxmlformats.org/officeDocument/2006/relationships/image" Target="../media/image7.png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6" Type="http://schemas.openxmlformats.org/officeDocument/2006/relationships/tags" Target="../tags/tag452.xml"/><Relationship Id="rId11" Type="http://schemas.openxmlformats.org/officeDocument/2006/relationships/image" Target="../media/image6.png"/><Relationship Id="rId5" Type="http://schemas.openxmlformats.org/officeDocument/2006/relationships/tags" Target="../tags/tag451.xml"/><Relationship Id="rId10" Type="http://schemas.openxmlformats.org/officeDocument/2006/relationships/image" Target="../media/image2.png"/><Relationship Id="rId4" Type="http://schemas.openxmlformats.org/officeDocument/2006/relationships/tags" Target="../tags/tag450.xml"/><Relationship Id="rId9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464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459.xml"/><Relationship Id="rId7" Type="http://schemas.openxmlformats.org/officeDocument/2006/relationships/tags" Target="../tags/tag463.xml"/><Relationship Id="rId12" Type="http://schemas.openxmlformats.org/officeDocument/2006/relationships/tags" Target="../tags/tag468.xml"/><Relationship Id="rId17" Type="http://schemas.openxmlformats.org/officeDocument/2006/relationships/image" Target="../media/image65.svg"/><Relationship Id="rId2" Type="http://schemas.openxmlformats.org/officeDocument/2006/relationships/tags" Target="../tags/tag458.xml"/><Relationship Id="rId16" Type="http://schemas.openxmlformats.org/officeDocument/2006/relationships/image" Target="../media/image64.svg"/><Relationship Id="rId1" Type="http://schemas.openxmlformats.org/officeDocument/2006/relationships/tags" Target="../tags/tag457.xml"/><Relationship Id="rId6" Type="http://schemas.openxmlformats.org/officeDocument/2006/relationships/tags" Target="../tags/tag462.xml"/><Relationship Id="rId11" Type="http://schemas.openxmlformats.org/officeDocument/2006/relationships/tags" Target="../tags/tag467.xml"/><Relationship Id="rId5" Type="http://schemas.openxmlformats.org/officeDocument/2006/relationships/tags" Target="../tags/tag461.xml"/><Relationship Id="rId15" Type="http://schemas.openxmlformats.org/officeDocument/2006/relationships/image" Target="../media/image9.png"/><Relationship Id="rId10" Type="http://schemas.openxmlformats.org/officeDocument/2006/relationships/tags" Target="../tags/tag466.xml"/><Relationship Id="rId4" Type="http://schemas.openxmlformats.org/officeDocument/2006/relationships/tags" Target="../tags/tag460.xml"/><Relationship Id="rId9" Type="http://schemas.openxmlformats.org/officeDocument/2006/relationships/tags" Target="../tags/tag465.xml"/><Relationship Id="rId14" Type="http://schemas.openxmlformats.org/officeDocument/2006/relationships/notesSlide" Target="../notesSlides/notesSlide2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79.xml"/><Relationship Id="rId13" Type="http://schemas.openxmlformats.org/officeDocument/2006/relationships/tags" Target="../tags/tag484.xml"/><Relationship Id="rId18" Type="http://schemas.openxmlformats.org/officeDocument/2006/relationships/tags" Target="../tags/tag489.xml"/><Relationship Id="rId26" Type="http://schemas.openxmlformats.org/officeDocument/2006/relationships/image" Target="../media/image66.png"/><Relationship Id="rId3" Type="http://schemas.openxmlformats.org/officeDocument/2006/relationships/tags" Target="../tags/tag474.xml"/><Relationship Id="rId21" Type="http://schemas.openxmlformats.org/officeDocument/2006/relationships/tags" Target="../tags/tag492.xml"/><Relationship Id="rId7" Type="http://schemas.openxmlformats.org/officeDocument/2006/relationships/tags" Target="../tags/tag478.xml"/><Relationship Id="rId12" Type="http://schemas.openxmlformats.org/officeDocument/2006/relationships/tags" Target="../tags/tag483.xml"/><Relationship Id="rId17" Type="http://schemas.openxmlformats.org/officeDocument/2006/relationships/tags" Target="../tags/tag488.xml"/><Relationship Id="rId25" Type="http://schemas.openxmlformats.org/officeDocument/2006/relationships/image" Target="../media/image9.png"/><Relationship Id="rId2" Type="http://schemas.openxmlformats.org/officeDocument/2006/relationships/tags" Target="../tags/tag473.xml"/><Relationship Id="rId16" Type="http://schemas.openxmlformats.org/officeDocument/2006/relationships/tags" Target="../tags/tag487.xml"/><Relationship Id="rId20" Type="http://schemas.openxmlformats.org/officeDocument/2006/relationships/tags" Target="../tags/tag491.xml"/><Relationship Id="rId1" Type="http://schemas.openxmlformats.org/officeDocument/2006/relationships/tags" Target="../tags/tag472.xml"/><Relationship Id="rId6" Type="http://schemas.openxmlformats.org/officeDocument/2006/relationships/tags" Target="../tags/tag477.xml"/><Relationship Id="rId11" Type="http://schemas.openxmlformats.org/officeDocument/2006/relationships/tags" Target="../tags/tag482.xml"/><Relationship Id="rId24" Type="http://schemas.openxmlformats.org/officeDocument/2006/relationships/notesSlide" Target="../notesSlides/notesSlide22.xml"/><Relationship Id="rId5" Type="http://schemas.openxmlformats.org/officeDocument/2006/relationships/tags" Target="../tags/tag476.xml"/><Relationship Id="rId15" Type="http://schemas.openxmlformats.org/officeDocument/2006/relationships/tags" Target="../tags/tag486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481.xml"/><Relationship Id="rId19" Type="http://schemas.openxmlformats.org/officeDocument/2006/relationships/tags" Target="../tags/tag490.xml"/><Relationship Id="rId4" Type="http://schemas.openxmlformats.org/officeDocument/2006/relationships/tags" Target="../tags/tag475.xml"/><Relationship Id="rId9" Type="http://schemas.openxmlformats.org/officeDocument/2006/relationships/tags" Target="../tags/tag480.xml"/><Relationship Id="rId14" Type="http://schemas.openxmlformats.org/officeDocument/2006/relationships/tags" Target="../tags/tag485.xml"/><Relationship Id="rId22" Type="http://schemas.openxmlformats.org/officeDocument/2006/relationships/tags" Target="../tags/tag493.xml"/><Relationship Id="rId27" Type="http://schemas.openxmlformats.org/officeDocument/2006/relationships/image" Target="../media/image67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04.xml"/><Relationship Id="rId13" Type="http://schemas.openxmlformats.org/officeDocument/2006/relationships/image" Target="../media/image3.png"/><Relationship Id="rId3" Type="http://schemas.openxmlformats.org/officeDocument/2006/relationships/tags" Target="../tags/tag499.xml"/><Relationship Id="rId7" Type="http://schemas.openxmlformats.org/officeDocument/2006/relationships/tags" Target="../tags/tag503.xml"/><Relationship Id="rId12" Type="http://schemas.openxmlformats.org/officeDocument/2006/relationships/image" Target="../media/image2.png"/><Relationship Id="rId2" Type="http://schemas.openxmlformats.org/officeDocument/2006/relationships/tags" Target="../tags/tag498.xml"/><Relationship Id="rId1" Type="http://schemas.openxmlformats.org/officeDocument/2006/relationships/tags" Target="../tags/tag497.xml"/><Relationship Id="rId6" Type="http://schemas.openxmlformats.org/officeDocument/2006/relationships/tags" Target="../tags/tag502.xml"/><Relationship Id="rId11" Type="http://schemas.openxmlformats.org/officeDocument/2006/relationships/notesSlide" Target="../notesSlides/notesSlide23.xml"/><Relationship Id="rId5" Type="http://schemas.openxmlformats.org/officeDocument/2006/relationships/tags" Target="../tags/tag50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500.xml"/><Relationship Id="rId9" Type="http://schemas.openxmlformats.org/officeDocument/2006/relationships/tags" Target="../tags/tag505.xml"/><Relationship Id="rId1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>
            <p:custDataLst>
              <p:tags r:id="rId1"/>
            </p:custDataLst>
          </p:nvPr>
        </p:nvGrpSpPr>
        <p:grpSpPr>
          <a:xfrm>
            <a:off x="8625700" y="-189273"/>
            <a:ext cx="3566301" cy="1188767"/>
            <a:chOff x="-635000" y="-635000"/>
            <a:chExt cx="3566301" cy="1188767"/>
          </a:xfrm>
        </p:grpSpPr>
        <p:pic>
          <p:nvPicPr>
            <p:cNvPr id="15" name="Image 0" descr="TEMP_Z_ORDER_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-635000" y="-635000"/>
              <a:ext cx="3566301" cy="1188767"/>
            </a:xfrm>
            <a:prstGeom prst="rect">
              <a:avLst/>
            </a:prstGeom>
          </p:spPr>
        </p:pic>
      </p:grpSp>
      <p:pic>
        <p:nvPicPr>
          <p:cNvPr id="3" name="Image 1" descr="https://test.web.static.jianzeppt.com/ppt-temp-img3/5c1e7c05140c5d850767587968027766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0" y="0"/>
            <a:ext cx="12331700" cy="6858000"/>
          </a:xfrm>
          <a:prstGeom prst="rect">
            <a:avLst/>
          </a:prstGeom>
        </p:spPr>
      </p:pic>
      <p:sp>
        <p:nvSpPr>
          <p:cNvPr id="4" name="Text 0"/>
          <p:cNvSpPr/>
          <p:nvPr>
            <p:custDataLst>
              <p:tags r:id="rId3"/>
            </p:custDataLst>
          </p:nvPr>
        </p:nvSpPr>
        <p:spPr>
          <a:xfrm>
            <a:off x="1877695" y="1882458"/>
            <a:ext cx="8433689" cy="110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7200" b="1">
                <a:solidFill>
                  <a:srgbClr val="FFFFFF"/>
                </a:solidFill>
              </a:rPr>
              <a:t>WaterOS</a:t>
            </a:r>
            <a:endParaRPr lang="en-US" sz="7200"/>
          </a:p>
        </p:txBody>
      </p:sp>
      <p:sp>
        <p:nvSpPr>
          <p:cNvPr id="5" name="Text 1"/>
          <p:cNvSpPr/>
          <p:nvPr>
            <p:custDataLst>
              <p:tags r:id="rId4"/>
            </p:custDataLst>
          </p:nvPr>
        </p:nvSpPr>
        <p:spPr>
          <a:xfrm>
            <a:off x="5573748" y="6581317"/>
            <a:ext cx="1041583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960">
                <a:solidFill>
                  <a:srgbClr val="808080"/>
                </a:solidFill>
              </a:rPr>
              <a:t>2026/08/18</a:t>
            </a:r>
            <a:endParaRPr lang="en-US" sz="960"/>
          </a:p>
        </p:txBody>
      </p:sp>
      <p:sp>
        <p:nvSpPr>
          <p:cNvPr id="6" name="Text 2"/>
          <p:cNvSpPr/>
          <p:nvPr>
            <p:custDataLst>
              <p:tags r:id="rId5"/>
            </p:custDataLst>
          </p:nvPr>
        </p:nvSpPr>
        <p:spPr>
          <a:xfrm>
            <a:off x="5180683" y="6361607"/>
            <a:ext cx="183977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960">
                <a:solidFill>
                  <a:srgbClr val="808080"/>
                </a:solidFill>
              </a:rPr>
              <a:t>学无止境气有浩然</a:t>
            </a:r>
            <a:endParaRPr lang="en-US" sz="960"/>
          </a:p>
        </p:txBody>
      </p:sp>
      <p:grpSp>
        <p:nvGrpSpPr>
          <p:cNvPr id="16" name="组合 15"/>
          <p:cNvGrpSpPr/>
          <p:nvPr>
            <p:custDataLst>
              <p:tags r:id="rId6"/>
            </p:custDataLst>
          </p:nvPr>
        </p:nvGrpSpPr>
        <p:grpSpPr>
          <a:xfrm>
            <a:off x="9282783" y="362762"/>
            <a:ext cx="2324918" cy="292608"/>
            <a:chOff x="-635000" y="-635000"/>
            <a:chExt cx="2324918" cy="292608"/>
          </a:xfrm>
        </p:grpSpPr>
        <p:sp>
          <p:nvSpPr>
            <p:cNvPr id="17" name="Text 3" descr="TEMP_Z_ORDER_5"/>
            <p:cNvSpPr/>
            <p:nvPr>
              <p:custDataLst>
                <p:tags r:id="rId13"/>
              </p:custDataLst>
            </p:nvPr>
          </p:nvSpPr>
          <p:spPr>
            <a:xfrm>
              <a:off x="-635000" y="-635000"/>
              <a:ext cx="2324918" cy="2926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960" b="1">
                  <a:solidFill>
                    <a:srgbClr val="FFFFFF"/>
                  </a:solidFill>
                </a:rPr>
                <a:t>AND MAKE IT INTO AND MAKE IT INTO </a:t>
              </a:r>
              <a:endParaRPr lang="en-US" sz="960"/>
            </a:p>
          </p:txBody>
        </p:sp>
      </p:grp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290548" y="362762"/>
            <a:ext cx="232491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</a:rPr>
              <a:t>AND MAKE IT INTO AND MAKE IT INTO </a:t>
            </a:r>
            <a:endParaRPr lang="en-US" sz="960" dirty="0"/>
          </a:p>
        </p:txBody>
      </p:sp>
      <p:sp>
        <p:nvSpPr>
          <p:cNvPr id="9" name="Text 5"/>
          <p:cNvSpPr/>
          <p:nvPr>
            <p:custDataLst>
              <p:tags r:id="rId8"/>
            </p:custDataLst>
          </p:nvPr>
        </p:nvSpPr>
        <p:spPr>
          <a:xfrm>
            <a:off x="3863841" y="4766560"/>
            <a:ext cx="4821623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</a:rPr>
              <a:t>队伍：OuterSystems —— 山东大学（青岛）</a:t>
            </a:r>
            <a:endParaRPr lang="en-US" sz="1800"/>
          </a:p>
        </p:txBody>
      </p:sp>
      <p:sp>
        <p:nvSpPr>
          <p:cNvPr id="10" name="Text 6"/>
          <p:cNvSpPr/>
          <p:nvPr>
            <p:custDataLst>
              <p:tags r:id="rId9"/>
            </p:custDataLst>
          </p:nvPr>
        </p:nvSpPr>
        <p:spPr>
          <a:xfrm>
            <a:off x="5529933" y="362762"/>
            <a:ext cx="99649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960" b="1">
                <a:solidFill>
                  <a:srgbClr val="FFFFFF"/>
                </a:solidFill>
              </a:rPr>
              <a:t>D MAKE IT INTO </a:t>
            </a:r>
            <a:endParaRPr lang="en-US" sz="960"/>
          </a:p>
        </p:txBody>
      </p:sp>
      <p:sp>
        <p:nvSpPr>
          <p:cNvPr id="11" name="Text 7"/>
          <p:cNvSpPr/>
          <p:nvPr>
            <p:custDataLst>
              <p:tags r:id="rId10"/>
            </p:custDataLst>
          </p:nvPr>
        </p:nvSpPr>
        <p:spPr>
          <a:xfrm>
            <a:off x="4774918" y="5692317"/>
            <a:ext cx="2639243" cy="2215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 err="1">
                <a:solidFill>
                  <a:srgbClr val="FFFFFF"/>
                </a:solidFill>
              </a:rPr>
              <a:t>指导老师：颜廷坤</a:t>
            </a:r>
            <a:r>
              <a:rPr lang="zh-CN" altLang="en-US" sz="1440" b="1" dirty="0">
                <a:solidFill>
                  <a:srgbClr val="FFFFFF"/>
                </a:solidFill>
              </a:rPr>
              <a:t> </a:t>
            </a:r>
            <a:r>
              <a:rPr lang="en-US" sz="1440" b="1" dirty="0" err="1">
                <a:solidFill>
                  <a:srgbClr val="FFFFFF"/>
                </a:solidFill>
              </a:rPr>
              <a:t>潘润宇</a:t>
            </a:r>
            <a:endParaRPr lang="en-US" sz="1440" dirty="0"/>
          </a:p>
        </p:txBody>
      </p:sp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4774918" y="5371007"/>
            <a:ext cx="2639243" cy="2215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 err="1">
                <a:solidFill>
                  <a:srgbClr val="FFFFFF"/>
                </a:solidFill>
              </a:rPr>
              <a:t>队伍成员：宋浩宇</a:t>
            </a:r>
            <a:r>
              <a:rPr lang="zh-CN" altLang="en-US" sz="1440" b="1" dirty="0">
                <a:solidFill>
                  <a:srgbClr val="FFFFFF"/>
                </a:solidFill>
              </a:rPr>
              <a:t> </a:t>
            </a:r>
            <a:r>
              <a:rPr lang="en-US" sz="1440" b="1" dirty="0" err="1">
                <a:solidFill>
                  <a:srgbClr val="FFFFFF"/>
                </a:solidFill>
              </a:rPr>
              <a:t>李佳灿</a:t>
            </a:r>
            <a:r>
              <a:rPr lang="zh-CN" altLang="en-US" sz="1440" b="1" dirty="0">
                <a:solidFill>
                  <a:srgbClr val="FFFFFF"/>
                </a:solidFill>
              </a:rPr>
              <a:t> </a:t>
            </a:r>
            <a:r>
              <a:rPr lang="en-US" sz="1440" b="1" dirty="0" err="1">
                <a:solidFill>
                  <a:srgbClr val="FFFFFF"/>
                </a:solidFill>
              </a:rPr>
              <a:t>孙馨宇</a:t>
            </a:r>
            <a:endParaRPr lang="en-US" sz="1440" dirty="0"/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2173923" y="3410585"/>
            <a:ext cx="7852664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040">
                <a:solidFill>
                  <a:srgbClr val="FFFFFF"/>
                </a:solidFill>
              </a:rPr>
              <a:t>基于Rust面向Risc-V64和Loongarch64的Linux ABI宏内核</a:t>
            </a:r>
            <a:endParaRPr lang="en-US" sz="204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5" animBg="1"/>
      <p:bldP spid="9" grpId="7" animBg="1"/>
      <p:bldP spid="11" grpId="9" animBg="1"/>
      <p:bldP spid="12" grpId="8" animBg="1"/>
      <p:bldP spid="13" grpId="6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753934a1ef6ed0c08a7dddf427104d5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8f3c9d9a928baa06eeb258b168f91add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200140" y="0"/>
            <a:ext cx="4739005" cy="6858000"/>
          </a:xfrm>
          <a:prstGeom prst="rect">
            <a:avLst/>
          </a:prstGeom>
        </p:spPr>
      </p:pic>
      <p:grpSp>
        <p:nvGrpSpPr>
          <p:cNvPr id="42" name="组合 41"/>
          <p:cNvGrpSpPr/>
          <p:nvPr>
            <p:custDataLst>
              <p:tags r:id="rId3"/>
            </p:custDataLst>
          </p:nvPr>
        </p:nvGrpSpPr>
        <p:grpSpPr>
          <a:xfrm>
            <a:off x="1133939" y="1786700"/>
            <a:ext cx="4596384" cy="2099310"/>
            <a:chOff x="-635000" y="-635000"/>
            <a:chExt cx="4596384" cy="2099310"/>
          </a:xfrm>
        </p:grpSpPr>
        <p:sp>
          <p:nvSpPr>
            <p:cNvPr id="43" name="Text 0" descr="TEMP_Z_ORDER_2"/>
            <p:cNvSpPr/>
            <p:nvPr>
              <p:custDataLst>
                <p:tags r:id="rId24"/>
              </p:custDataLst>
            </p:nvPr>
          </p:nvSpPr>
          <p:spPr>
            <a:xfrm>
              <a:off x="-635000" y="-635000"/>
              <a:ext cx="2084029" cy="10972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7200">
                  <a:solidFill>
                    <a:srgbClr val="FFFFFF"/>
                  </a:solidFill>
                </a:rPr>
                <a:t>目录</a:t>
              </a:r>
              <a:endParaRPr lang="en-US" sz="7200"/>
            </a:p>
          </p:txBody>
        </p:sp>
        <p:sp>
          <p:nvSpPr>
            <p:cNvPr id="44" name="Text 1" descr="TEMP_Z_ORDER_3"/>
            <p:cNvSpPr/>
            <p:nvPr>
              <p:custDataLst>
                <p:tags r:id="rId25"/>
              </p:custDataLst>
            </p:nvPr>
          </p:nvSpPr>
          <p:spPr>
            <a:xfrm>
              <a:off x="-543561" y="549910"/>
              <a:ext cx="4842493" cy="80080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6000" b="1" kern="0" spc="200">
                  <a:solidFill>
                    <a:srgbClr val="FFFFFF"/>
                  </a:solidFill>
                </a:rPr>
                <a:t>CONTENTS</a:t>
              </a:r>
              <a:endParaRPr lang="en-US" sz="6000"/>
            </a:p>
          </p:txBody>
        </p:sp>
      </p:grpSp>
      <p:grpSp>
        <p:nvGrpSpPr>
          <p:cNvPr id="26" name="组合 25"/>
          <p:cNvGrpSpPr/>
          <p:nvPr>
            <p:custDataLst>
              <p:tags r:id="rId4"/>
            </p:custDataLst>
          </p:nvPr>
        </p:nvGrpSpPr>
        <p:grpSpPr>
          <a:xfrm>
            <a:off x="6646545" y="1694815"/>
            <a:ext cx="659130" cy="631190"/>
            <a:chOff x="-635000" y="-635000"/>
            <a:chExt cx="659130" cy="631190"/>
          </a:xfrm>
        </p:grpSpPr>
        <p:pic>
          <p:nvPicPr>
            <p:cNvPr id="27" name="Image 2" descr="TEMP_Z_ORDER_8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35000" y="-635000"/>
              <a:ext cx="659130" cy="631190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>
            <p:custDataLst>
              <p:tags r:id="rId5"/>
            </p:custDataLst>
          </p:nvPr>
        </p:nvGrpSpPr>
        <p:grpSpPr>
          <a:xfrm>
            <a:off x="6646545" y="2665095"/>
            <a:ext cx="659130" cy="631190"/>
            <a:chOff x="-635000" y="-635000"/>
            <a:chExt cx="659130" cy="631190"/>
          </a:xfrm>
        </p:grpSpPr>
        <p:pic>
          <p:nvPicPr>
            <p:cNvPr id="33" name="Image 3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35000" y="-635000"/>
              <a:ext cx="659130" cy="631190"/>
            </a:xfrm>
            <a:prstGeom prst="rect">
              <a:avLst/>
            </a:prstGeom>
          </p:spPr>
        </p:pic>
      </p:grp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>
            <a:off x="6646545" y="4552950"/>
            <a:ext cx="659130" cy="631190"/>
            <a:chOff x="-635000" y="-635000"/>
            <a:chExt cx="659130" cy="631190"/>
          </a:xfrm>
        </p:grpSpPr>
        <p:pic>
          <p:nvPicPr>
            <p:cNvPr id="39" name="Image 4" descr="TEMP_Z_ORDER_10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35000" y="-635000"/>
              <a:ext cx="659130" cy="631190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>
            <a:off x="6646545" y="3576320"/>
            <a:ext cx="659130" cy="631190"/>
            <a:chOff x="-635000" y="-635000"/>
            <a:chExt cx="659130" cy="631190"/>
          </a:xfrm>
        </p:grpSpPr>
        <p:pic>
          <p:nvPicPr>
            <p:cNvPr id="21" name="Image 5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35000" y="-635000"/>
              <a:ext cx="659130" cy="631190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>
            <p:custDataLst>
              <p:tags r:id="rId8"/>
            </p:custDataLst>
          </p:nvPr>
        </p:nvGrpSpPr>
        <p:grpSpPr>
          <a:xfrm>
            <a:off x="7486479" y="1828800"/>
            <a:ext cx="1417383" cy="368369"/>
            <a:chOff x="-635000" y="-475425"/>
            <a:chExt cx="1417383" cy="368369"/>
          </a:xfrm>
        </p:grpSpPr>
        <p:sp>
          <p:nvSpPr>
            <p:cNvPr id="29" name="Text 6" descr="TEMP_Z_ORDER_12"/>
            <p:cNvSpPr/>
            <p:nvPr>
              <p:custDataLst>
                <p:tags r:id="rId19"/>
              </p:custDataLst>
            </p:nvPr>
          </p:nvSpPr>
          <p:spPr>
            <a:xfrm>
              <a:off x="-635000" y="-475425"/>
              <a:ext cx="1417383" cy="3683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760" dirty="0" err="1">
                  <a:solidFill>
                    <a:srgbClr val="FFFFFF"/>
                  </a:solidFill>
                </a:rPr>
                <a:t>内核简介</a:t>
              </a:r>
              <a:endParaRPr lang="en-US" sz="2760" dirty="0"/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7486479" y="2832031"/>
            <a:ext cx="1417383" cy="368369"/>
            <a:chOff x="-635000" y="-451999"/>
            <a:chExt cx="1417383" cy="368369"/>
          </a:xfrm>
        </p:grpSpPr>
        <p:sp>
          <p:nvSpPr>
            <p:cNvPr id="35" name="Text 7" descr="TEMP_Z_ORDER_13"/>
            <p:cNvSpPr/>
            <p:nvPr>
              <p:custDataLst>
                <p:tags r:id="rId18"/>
              </p:custDataLst>
            </p:nvPr>
          </p:nvSpPr>
          <p:spPr>
            <a:xfrm>
              <a:off x="-635000" y="-451999"/>
              <a:ext cx="1417383" cy="3683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760" dirty="0" err="1">
                  <a:solidFill>
                    <a:srgbClr val="FFFFFF"/>
                  </a:solidFill>
                </a:rPr>
                <a:t>系统架构</a:t>
              </a:r>
              <a:endParaRPr lang="en-US" sz="2760" dirty="0"/>
            </a:p>
          </p:txBody>
        </p:sp>
      </p:grpSp>
      <p:grpSp>
        <p:nvGrpSpPr>
          <p:cNvPr id="40" name="组合 39"/>
          <p:cNvGrpSpPr/>
          <p:nvPr>
            <p:custDataLst>
              <p:tags r:id="rId10"/>
            </p:custDataLst>
          </p:nvPr>
        </p:nvGrpSpPr>
        <p:grpSpPr>
          <a:xfrm>
            <a:off x="7486479" y="4737031"/>
            <a:ext cx="2479846" cy="355867"/>
            <a:chOff x="-635000" y="-465969"/>
            <a:chExt cx="2479846" cy="355867"/>
          </a:xfrm>
        </p:grpSpPr>
        <p:sp>
          <p:nvSpPr>
            <p:cNvPr id="41" name="Text 8" descr="TEMP_Z_ORDER_14"/>
            <p:cNvSpPr/>
            <p:nvPr>
              <p:custDataLst>
                <p:tags r:id="rId17"/>
              </p:custDataLst>
            </p:nvPr>
          </p:nvSpPr>
          <p:spPr>
            <a:xfrm>
              <a:off x="-635000" y="-465969"/>
              <a:ext cx="2479846" cy="3558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760" dirty="0" err="1">
                  <a:solidFill>
                    <a:srgbClr val="FFFFFF"/>
                  </a:solidFill>
                </a:rPr>
                <a:t>借鉴与增量工作</a:t>
              </a:r>
              <a:endParaRPr lang="en-US" sz="2760" dirty="0"/>
            </a:p>
          </p:txBody>
        </p:sp>
      </p:grpSp>
      <p:grpSp>
        <p:nvGrpSpPr>
          <p:cNvPr id="22" name="组合 21"/>
          <p:cNvGrpSpPr/>
          <p:nvPr>
            <p:custDataLst>
              <p:tags r:id="rId11"/>
            </p:custDataLst>
          </p:nvPr>
        </p:nvGrpSpPr>
        <p:grpSpPr>
          <a:xfrm>
            <a:off x="7485844" y="3746431"/>
            <a:ext cx="1417383" cy="368369"/>
            <a:chOff x="-635000" y="-482479"/>
            <a:chExt cx="1417383" cy="368369"/>
          </a:xfrm>
        </p:grpSpPr>
        <p:sp>
          <p:nvSpPr>
            <p:cNvPr id="23" name="Text 9" descr="TEMP_Z_ORDER_15"/>
            <p:cNvSpPr/>
            <p:nvPr>
              <p:custDataLst>
                <p:tags r:id="rId16"/>
              </p:custDataLst>
            </p:nvPr>
          </p:nvSpPr>
          <p:spPr>
            <a:xfrm>
              <a:off x="-635000" y="-482479"/>
              <a:ext cx="1417383" cy="36836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760" dirty="0" err="1">
                  <a:solidFill>
                    <a:srgbClr val="FFFFFF"/>
                  </a:solidFill>
                </a:rPr>
                <a:t>模块设计</a:t>
              </a:r>
              <a:endParaRPr lang="en-US" sz="2760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293DDF7-0511-5534-09A4-D4E3A578332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6629400" y="5486400"/>
            <a:ext cx="659130" cy="631190"/>
            <a:chOff x="-635000" y="-635000"/>
            <a:chExt cx="659130" cy="631190"/>
          </a:xfrm>
        </p:grpSpPr>
        <p:pic>
          <p:nvPicPr>
            <p:cNvPr id="7" name="Image 4" descr="TEMP_Z_ORDER_10">
              <a:extLst>
                <a:ext uri="{FF2B5EF4-FFF2-40B4-BE49-F238E27FC236}">
                  <a16:creationId xmlns:a16="http://schemas.microsoft.com/office/drawing/2014/main" id="{5B8C2BE6-345B-153D-F1FD-DDF2675105CB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35000" y="-635000"/>
              <a:ext cx="659130" cy="631190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C7FDA3-6C53-715C-DE49-C88A610A6F9B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7543800" y="5724703"/>
            <a:ext cx="708527" cy="355867"/>
            <a:chOff x="-635000" y="-635000"/>
            <a:chExt cx="708527" cy="355867"/>
          </a:xfrm>
        </p:grpSpPr>
        <p:sp>
          <p:nvSpPr>
            <p:cNvPr id="9" name="Text 8" descr="TEMP_Z_ORDER_14">
              <a:extLst>
                <a:ext uri="{FF2B5EF4-FFF2-40B4-BE49-F238E27FC236}">
                  <a16:creationId xmlns:a16="http://schemas.microsoft.com/office/drawing/2014/main" id="{4E146853-9336-B827-44BA-1E0BD60D63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635000" y="-635000"/>
              <a:ext cx="708527" cy="35586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760" dirty="0" err="1">
                  <a:solidFill>
                    <a:srgbClr val="FFFFFF"/>
                  </a:solidFill>
                </a:rPr>
                <a:t>总结</a:t>
              </a:r>
              <a:endParaRPr lang="en-US" sz="276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753934a1ef6ed0c08a7dddf427104d5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70e4568da0c9463d7add1fdd7ba42507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-5498465" y="-738505"/>
            <a:ext cx="15725139" cy="816356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433705" y="1400176"/>
            <a:ext cx="9000511" cy="5799772"/>
            <a:chOff x="-635000" y="-635000"/>
            <a:chExt cx="9000512" cy="5799772"/>
          </a:xfrm>
        </p:grpSpPr>
        <p:sp>
          <p:nvSpPr>
            <p:cNvPr id="10" name="Text 0" descr="TEMP_Z_ORDER_2"/>
            <p:cNvSpPr/>
            <p:nvPr>
              <p:custDataLst>
                <p:tags r:id="rId4"/>
              </p:custDataLst>
            </p:nvPr>
          </p:nvSpPr>
          <p:spPr>
            <a:xfrm>
              <a:off x="4815268" y="749724"/>
              <a:ext cx="3550244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6000" dirty="0" err="1">
                  <a:solidFill>
                    <a:srgbClr val="FFFFFF"/>
                  </a:solidFill>
                </a:rPr>
                <a:t>内核简介</a:t>
              </a:r>
              <a:endParaRPr lang="en-US" sz="6000" dirty="0"/>
            </a:p>
          </p:txBody>
        </p:sp>
        <p:pic>
          <p:nvPicPr>
            <p:cNvPr id="11" name="Image 2" descr="TEMP_Z_ORDER_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55905" y="-635000"/>
              <a:ext cx="4404360" cy="4057648"/>
            </a:xfrm>
            <a:prstGeom prst="rect">
              <a:avLst/>
            </a:prstGeom>
          </p:spPr>
        </p:pic>
        <p:pic>
          <p:nvPicPr>
            <p:cNvPr id="12" name="Image 3" descr="TEMP_Z_ORDER_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-451485"/>
              <a:ext cx="4404360" cy="4057647"/>
            </a:xfrm>
            <a:prstGeom prst="rect">
              <a:avLst/>
            </a:prstGeom>
          </p:spPr>
        </p:pic>
        <p:sp>
          <p:nvSpPr>
            <p:cNvPr id="13" name="Text 1" descr="TEMP_Z_ORDER_5"/>
            <p:cNvSpPr/>
            <p:nvPr>
              <p:custDataLst>
                <p:tags r:id="rId7"/>
              </p:custDataLst>
            </p:nvPr>
          </p:nvSpPr>
          <p:spPr>
            <a:xfrm>
              <a:off x="560534" y="117284"/>
              <a:ext cx="2401529" cy="50474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560">
                  <a:solidFill>
                    <a:srgbClr val="FFFFFF"/>
                  </a:solidFill>
                </a:rPr>
                <a:t>01</a:t>
              </a:r>
              <a:endParaRPr lang="en-US" sz="165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609600" y="2865120"/>
            <a:ext cx="4306824" cy="2081213"/>
            <a:chOff x="-635000" y="-635000"/>
            <a:chExt cx="4306824" cy="2081213"/>
          </a:xfrm>
        </p:grpSpPr>
        <p:sp>
          <p:nvSpPr>
            <p:cNvPr id="9" name="Text 0" descr="TEMP_Z_ORDER_1"/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2259726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Kernel Overview</a:t>
              </a:r>
              <a:endParaRPr lang="en-US" sz="2160"/>
            </a:p>
          </p:txBody>
        </p:sp>
        <p:sp>
          <p:nvSpPr>
            <p:cNvPr id="10" name="Text 1" descr="TEMP_Z_ORDER_2"/>
            <p:cNvSpPr/>
            <p:nvPr>
              <p:custDataLst>
                <p:tags r:id="rId8"/>
              </p:custDataLst>
            </p:nvPr>
          </p:nvSpPr>
          <p:spPr>
            <a:xfrm>
              <a:off x="-635000" y="20320"/>
              <a:ext cx="4306824" cy="14023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50000"/>
                </a:lnSpc>
                <a:buNone/>
              </a:pPr>
              <a:r>
                <a:rPr lang="en-US" sz="1560" dirty="0">
                  <a:solidFill>
                    <a:srgbClr val="FFFFFF">
                      <a:alpha val="8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WaterOS是Rust从零构建的双架构操作系统内核，支持RISC-V64与LoongArch64，兼容Linux </a:t>
              </a:r>
              <a:r>
                <a:rPr lang="en-US" sz="1560" dirty="0" err="1">
                  <a:solidFill>
                    <a:srgbClr val="FFFFFF">
                      <a:alpha val="8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ABI，涵盖进程调度、内存管理、VFS文件系统、网络协议栈与VirtIO驱动等子系统</a:t>
              </a:r>
              <a:r>
                <a:rPr lang="en-US" sz="1560" dirty="0">
                  <a:solidFill>
                    <a:srgbClr val="FFFFFF">
                      <a:alpha val="8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560" dirty="0"/>
            </a:p>
          </p:txBody>
        </p:sp>
      </p:grp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5029199" y="533400"/>
            <a:ext cx="7154917" cy="6126480"/>
            <a:chOff x="-635000" y="-635000"/>
            <a:chExt cx="6202680" cy="5181600"/>
          </a:xfrm>
        </p:grpSpPr>
        <p:pic>
          <p:nvPicPr>
            <p:cNvPr id="12" name="Image 1" descr="TEMP_Z_ORDER_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6202680" cy="5181600"/>
            </a:xfrm>
            <a:prstGeom prst="rect">
              <a:avLst/>
            </a:prstGeom>
          </p:spPr>
        </p:pic>
        <p:pic>
          <p:nvPicPr>
            <p:cNvPr id="13" name="Image 2" descr="TEMP_Z_ORDER_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19760" y="-181557"/>
              <a:ext cx="6172200" cy="4274714"/>
            </a:xfrm>
            <a:prstGeom prst="rect">
              <a:avLst/>
            </a:prstGeom>
          </p:spPr>
        </p:pic>
      </p:grpSp>
      <p:sp>
        <p:nvSpPr>
          <p:cNvPr id="7" name="Text 2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内核简介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609600" y="441960"/>
            <a:ext cx="10981944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167"/>
              </a:lnSpc>
              <a:buNone/>
            </a:pPr>
            <a:r>
              <a:rPr lang="en-US" sz="3360" b="1" kern="0" spc="224" dirty="0" err="1">
                <a:solidFill>
                  <a:srgbClr val="FFFFFF"/>
                </a:solidFill>
                <a:latin typeface="SourceHanSansCN-Bold" pitchFamily="34" charset="0"/>
                <a:ea typeface="SourceHanSansCN-Bold" pitchFamily="34" charset="-122"/>
                <a:cs typeface="SourceHanSansCN-Bold" pitchFamily="34" charset="-120"/>
              </a:rPr>
              <a:t>KernelOverview</a:t>
            </a:r>
            <a:r>
              <a:rPr lang="en-US" sz="2400" kern="0" spc="224" dirty="0" err="1">
                <a:solidFill>
                  <a:srgbClr val="FFFFFF">
                    <a:alpha val="80000"/>
                  </a:srgbClr>
                </a:solidFill>
                <a:latin typeface="SourceHanSansCN-Regular" pitchFamily="34" charset="0"/>
                <a:ea typeface="SourceHanSansCN-Regular" pitchFamily="34" charset="-122"/>
                <a:cs typeface="SourceHanSansCN-Regular" pitchFamily="34" charset="-120"/>
              </a:rPr>
              <a:t>内核简介</a:t>
            </a:r>
            <a:endParaRPr lang="en-US" sz="3360" dirty="0"/>
          </a:p>
        </p:txBody>
      </p:sp>
      <p:grpSp>
        <p:nvGrpSpPr>
          <p:cNvPr id="45" name="组合 44"/>
          <p:cNvGrpSpPr/>
          <p:nvPr>
            <p:custDataLst>
              <p:tags r:id="rId2"/>
            </p:custDataLst>
          </p:nvPr>
        </p:nvGrpSpPr>
        <p:grpSpPr>
          <a:xfrm>
            <a:off x="609600" y="1371600"/>
            <a:ext cx="1350264" cy="396240"/>
            <a:chOff x="-635000" y="-635000"/>
            <a:chExt cx="1350264" cy="396240"/>
          </a:xfrm>
        </p:grpSpPr>
        <p:pic>
          <p:nvPicPr>
            <p:cNvPr id="46" name="Image 0" descr="TEMP_Z_ORDER_1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121920" cy="304800"/>
            </a:xfrm>
            <a:prstGeom prst="rect">
              <a:avLst/>
            </a:prstGeom>
          </p:spPr>
        </p:pic>
        <p:sp>
          <p:nvSpPr>
            <p:cNvPr id="47" name="Text 1" descr="TEMP_Z_ORDER_2"/>
            <p:cNvSpPr/>
            <p:nvPr>
              <p:custDataLst>
                <p:tags r:id="rId31"/>
              </p:custDataLst>
            </p:nvPr>
          </p:nvSpPr>
          <p:spPr>
            <a:xfrm>
              <a:off x="-391160" y="-636317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硬件支持</a:t>
              </a:r>
              <a:endParaRPr lang="en-US" sz="2160"/>
            </a:p>
          </p:txBody>
        </p:sp>
      </p:grpSp>
      <p:grpSp>
        <p:nvGrpSpPr>
          <p:cNvPr id="48" name="组合 47"/>
          <p:cNvGrpSpPr/>
          <p:nvPr>
            <p:custDataLst>
              <p:tags r:id="rId3"/>
            </p:custDataLst>
          </p:nvPr>
        </p:nvGrpSpPr>
        <p:grpSpPr>
          <a:xfrm>
            <a:off x="609600" y="4084320"/>
            <a:ext cx="1350264" cy="396240"/>
            <a:chOff x="-635000" y="-635000"/>
            <a:chExt cx="1350264" cy="396240"/>
          </a:xfrm>
        </p:grpSpPr>
        <p:pic>
          <p:nvPicPr>
            <p:cNvPr id="49" name="Image 1" descr="TEMP_Z_ORDER_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121920" cy="304800"/>
            </a:xfrm>
            <a:prstGeom prst="rect">
              <a:avLst/>
            </a:prstGeom>
          </p:spPr>
        </p:pic>
        <p:sp>
          <p:nvSpPr>
            <p:cNvPr id="50" name="Text 2" descr="TEMP_Z_ORDER_4"/>
            <p:cNvSpPr/>
            <p:nvPr>
              <p:custDataLst>
                <p:tags r:id="rId29"/>
              </p:custDataLst>
            </p:nvPr>
          </p:nvSpPr>
          <p:spPr>
            <a:xfrm>
              <a:off x="-391160" y="-636317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软件支持</a:t>
              </a:r>
              <a:endParaRPr lang="en-US" sz="2160"/>
            </a:p>
          </p:txBody>
        </p:sp>
      </p:grpSp>
      <p:grpSp>
        <p:nvGrpSpPr>
          <p:cNvPr id="51" name="组合 50"/>
          <p:cNvGrpSpPr/>
          <p:nvPr>
            <p:custDataLst>
              <p:tags r:id="rId4"/>
            </p:custDataLst>
          </p:nvPr>
        </p:nvGrpSpPr>
        <p:grpSpPr>
          <a:xfrm>
            <a:off x="609600" y="1905000"/>
            <a:ext cx="5364480" cy="1935480"/>
            <a:chOff x="-635000" y="-635000"/>
            <a:chExt cx="5364480" cy="1935480"/>
          </a:xfrm>
        </p:grpSpPr>
        <p:pic>
          <p:nvPicPr>
            <p:cNvPr id="52" name="Image 2" descr="TEMP_Z_ORDER_5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-635000" y="-635000"/>
              <a:ext cx="5364480" cy="1935480"/>
            </a:xfrm>
            <a:prstGeom prst="rect">
              <a:avLst/>
            </a:prstGeom>
          </p:spPr>
        </p:pic>
        <p:pic>
          <p:nvPicPr>
            <p:cNvPr id="53" name="Image 3" descr="TEMP_Z_ORDER_6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375920" y="-375920"/>
              <a:ext cx="487680" cy="487680"/>
            </a:xfrm>
            <a:prstGeom prst="rect">
              <a:avLst/>
            </a:prstGeom>
          </p:spPr>
        </p:pic>
        <p:pic>
          <p:nvPicPr>
            <p:cNvPr id="54" name="Image 4" descr="TEMP_Z_ORDER_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284480" y="-284480"/>
              <a:ext cx="304800" cy="304800"/>
            </a:xfrm>
            <a:prstGeom prst="rect">
              <a:avLst/>
            </a:prstGeom>
          </p:spPr>
        </p:pic>
        <p:sp>
          <p:nvSpPr>
            <p:cNvPr id="55" name="Text 3" descr="TEMP_Z_ORDER_8"/>
            <p:cNvSpPr/>
            <p:nvPr>
              <p:custDataLst>
                <p:tags r:id="rId26"/>
              </p:custDataLst>
            </p:nvPr>
          </p:nvSpPr>
          <p:spPr>
            <a:xfrm>
              <a:off x="294640" y="-314960"/>
              <a:ext cx="1633839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Qemu 全支持</a:t>
              </a:r>
              <a:endParaRPr lang="en-US" sz="1920"/>
            </a:p>
          </p:txBody>
        </p:sp>
        <p:sp>
          <p:nvSpPr>
            <p:cNvPr id="56" name="Text 4" descr="TEMP_Z_ORDER_9"/>
            <p:cNvSpPr/>
            <p:nvPr>
              <p:custDataLst>
                <p:tags r:id="rId27"/>
              </p:custDataLst>
            </p:nvPr>
          </p:nvSpPr>
          <p:spPr>
            <a:xfrm>
              <a:off x="-375920" y="233680"/>
              <a:ext cx="485546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WaterOS可以在qemu虚拟机上使用全部已经实现的功能</a:t>
              </a:r>
              <a:endParaRPr lang="en-US" sz="1680"/>
            </a:p>
          </p:txBody>
        </p:sp>
      </p:grpSp>
      <p:grpSp>
        <p:nvGrpSpPr>
          <p:cNvPr id="33" name="组合 32"/>
          <p:cNvGrpSpPr/>
          <p:nvPr>
            <p:custDataLst>
              <p:tags r:id="rId5"/>
            </p:custDataLst>
          </p:nvPr>
        </p:nvGrpSpPr>
        <p:grpSpPr>
          <a:xfrm>
            <a:off x="6217920" y="1905000"/>
            <a:ext cx="5364480" cy="1935480"/>
            <a:chOff x="-635000" y="-635000"/>
            <a:chExt cx="5364480" cy="1935480"/>
          </a:xfrm>
        </p:grpSpPr>
        <p:pic>
          <p:nvPicPr>
            <p:cNvPr id="34" name="Image 5" descr="TEMP_Z_ORDER_1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-635000" y="-635000"/>
              <a:ext cx="5364480" cy="1935480"/>
            </a:xfrm>
            <a:prstGeom prst="rect">
              <a:avLst/>
            </a:prstGeom>
          </p:spPr>
        </p:pic>
        <p:pic>
          <p:nvPicPr>
            <p:cNvPr id="35" name="Image 6" descr="TEMP_Z_ORDER_1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375920" y="-375920"/>
              <a:ext cx="487680" cy="487680"/>
            </a:xfrm>
            <a:prstGeom prst="rect">
              <a:avLst/>
            </a:prstGeom>
          </p:spPr>
        </p:pic>
        <p:pic>
          <p:nvPicPr>
            <p:cNvPr id="36" name="Image 7" descr="TEMP_Z_ORDER_12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-284480" y="-284480"/>
              <a:ext cx="304800" cy="304800"/>
            </a:xfrm>
            <a:prstGeom prst="rect">
              <a:avLst/>
            </a:prstGeom>
          </p:spPr>
        </p:pic>
        <p:sp>
          <p:nvSpPr>
            <p:cNvPr id="37" name="Text 5" descr="TEMP_Z_ORDER_13"/>
            <p:cNvSpPr/>
            <p:nvPr>
              <p:custDataLst>
                <p:tags r:id="rId21"/>
              </p:custDataLst>
            </p:nvPr>
          </p:nvSpPr>
          <p:spPr>
            <a:xfrm>
              <a:off x="294640" y="-314960"/>
              <a:ext cx="1728438" cy="3545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开发板部分移植</a:t>
              </a:r>
              <a:endParaRPr lang="en-US" sz="1920"/>
            </a:p>
          </p:txBody>
        </p:sp>
        <p:sp>
          <p:nvSpPr>
            <p:cNvPr id="38" name="Text 6" descr="TEMP_Z_ORDER_14"/>
            <p:cNvSpPr/>
            <p:nvPr>
              <p:custDataLst>
                <p:tags r:id="rId22"/>
              </p:custDataLst>
            </p:nvPr>
          </p:nvSpPr>
          <p:spPr>
            <a:xfrm>
              <a:off x="-375920" y="233680"/>
              <a:ext cx="4855464" cy="53190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32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WaterOS可以在Vision Five 2开发板和Loongson 2K1000开发板正常引导，启动，读写文件系统，运行busybox用户程序。</a:t>
              </a:r>
              <a:endParaRPr lang="en-US" sz="1320"/>
            </a:p>
          </p:txBody>
        </p:sp>
      </p:grpSp>
      <p:grpSp>
        <p:nvGrpSpPr>
          <p:cNvPr id="39" name="组合 38"/>
          <p:cNvGrpSpPr/>
          <p:nvPr>
            <p:custDataLst>
              <p:tags r:id="rId6"/>
            </p:custDataLst>
          </p:nvPr>
        </p:nvGrpSpPr>
        <p:grpSpPr>
          <a:xfrm>
            <a:off x="609600" y="4617720"/>
            <a:ext cx="5364480" cy="1935480"/>
            <a:chOff x="-635000" y="-635000"/>
            <a:chExt cx="5364480" cy="1935480"/>
          </a:xfrm>
        </p:grpSpPr>
        <p:pic>
          <p:nvPicPr>
            <p:cNvPr id="40" name="Image 8" descr="TEMP_Z_ORDER_1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-635000" y="-635000"/>
              <a:ext cx="5364480" cy="1935480"/>
            </a:xfrm>
            <a:prstGeom prst="rect">
              <a:avLst/>
            </a:prstGeom>
          </p:spPr>
        </p:pic>
        <p:pic>
          <p:nvPicPr>
            <p:cNvPr id="41" name="Image 9" descr="TEMP_Z_ORDER_16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375920" y="-375920"/>
              <a:ext cx="487680" cy="487680"/>
            </a:xfrm>
            <a:prstGeom prst="rect">
              <a:avLst/>
            </a:prstGeom>
          </p:spPr>
        </p:pic>
        <p:pic>
          <p:nvPicPr>
            <p:cNvPr id="42" name="Image 10" descr="TEMP_Z_ORDER_17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284480" y="-284480"/>
              <a:ext cx="304800" cy="304800"/>
            </a:xfrm>
            <a:prstGeom prst="rect">
              <a:avLst/>
            </a:prstGeom>
          </p:spPr>
        </p:pic>
        <p:sp>
          <p:nvSpPr>
            <p:cNvPr id="43" name="Text 7" descr="TEMP_Z_ORDER_18"/>
            <p:cNvSpPr/>
            <p:nvPr>
              <p:custDataLst>
                <p:tags r:id="rId16"/>
              </p:custDataLst>
            </p:nvPr>
          </p:nvSpPr>
          <p:spPr>
            <a:xfrm>
              <a:off x="294640" y="-314960"/>
              <a:ext cx="1481175" cy="34067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包管理器支持</a:t>
              </a:r>
              <a:endParaRPr lang="en-US" sz="1920" dirty="0"/>
            </a:p>
          </p:txBody>
        </p:sp>
        <p:sp>
          <p:nvSpPr>
            <p:cNvPr id="44" name="Text 8" descr="TEMP_Z_ORDER_19"/>
            <p:cNvSpPr/>
            <p:nvPr>
              <p:custDataLst>
                <p:tags r:id="rId17"/>
              </p:custDataLst>
            </p:nvPr>
          </p:nvSpPr>
          <p:spPr>
            <a:xfrm>
              <a:off x="-375920" y="233680"/>
              <a:ext cx="4855464" cy="6769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可以使用APT和PACMAN包管理器安装构建软件包，如Neovim</a:t>
              </a:r>
              <a:endParaRPr lang="en-US" sz="1680" dirty="0"/>
            </a:p>
          </p:txBody>
        </p:sp>
      </p:grpSp>
      <p:grpSp>
        <p:nvGrpSpPr>
          <p:cNvPr id="27" name="组合 26"/>
          <p:cNvGrpSpPr/>
          <p:nvPr>
            <p:custDataLst>
              <p:tags r:id="rId7"/>
            </p:custDataLst>
          </p:nvPr>
        </p:nvGrpSpPr>
        <p:grpSpPr>
          <a:xfrm>
            <a:off x="6217920" y="4617720"/>
            <a:ext cx="5364480" cy="1935480"/>
            <a:chOff x="-635000" y="-635000"/>
            <a:chExt cx="5364480" cy="1935480"/>
          </a:xfrm>
        </p:grpSpPr>
        <p:pic>
          <p:nvPicPr>
            <p:cNvPr id="28" name="Image 11" descr="TEMP_Z_ORDER_2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-635000" y="-635000"/>
              <a:ext cx="5364480" cy="1935480"/>
            </a:xfrm>
            <a:prstGeom prst="rect">
              <a:avLst/>
            </a:prstGeom>
          </p:spPr>
        </p:pic>
        <p:pic>
          <p:nvPicPr>
            <p:cNvPr id="29" name="Image 12" descr="TEMP_Z_ORDER_2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375920" y="-375920"/>
              <a:ext cx="487680" cy="487680"/>
            </a:xfrm>
            <a:prstGeom prst="rect">
              <a:avLst/>
            </a:prstGeom>
          </p:spPr>
        </p:pic>
        <p:pic>
          <p:nvPicPr>
            <p:cNvPr id="30" name="Image 13" descr="TEMP_Z_ORDER_2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-284480" y="-284480"/>
              <a:ext cx="304800" cy="304800"/>
            </a:xfrm>
            <a:prstGeom prst="rect">
              <a:avLst/>
            </a:prstGeom>
          </p:spPr>
        </p:pic>
        <p:sp>
          <p:nvSpPr>
            <p:cNvPr id="31" name="Text 9" descr="TEMP_Z_ORDER_23"/>
            <p:cNvSpPr/>
            <p:nvPr>
              <p:custDataLst>
                <p:tags r:id="rId11"/>
              </p:custDataLst>
            </p:nvPr>
          </p:nvSpPr>
          <p:spPr>
            <a:xfrm>
              <a:off x="294640" y="-314960"/>
              <a:ext cx="1272784" cy="34067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92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Nanox支持</a:t>
              </a:r>
              <a:endParaRPr lang="en-US" sz="1920" dirty="0"/>
            </a:p>
          </p:txBody>
        </p:sp>
        <p:sp>
          <p:nvSpPr>
            <p:cNvPr id="32" name="Text 10" descr="TEMP_Z_ORDER_24"/>
            <p:cNvSpPr/>
            <p:nvPr>
              <p:custDataLst>
                <p:tags r:id="rId12"/>
              </p:custDataLst>
            </p:nvPr>
          </p:nvSpPr>
          <p:spPr>
            <a:xfrm>
              <a:off x="-375920" y="233680"/>
              <a:ext cx="4855464" cy="3194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经测试，可以运行nanox桌面窗口环境</a:t>
              </a:r>
              <a:endParaRPr lang="en-US" sz="168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D96C-18AB-8F34-2E6F-B375B581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499043B5-9283-07A5-D86D-E5A6B130B68C}"/>
              </a:ext>
            </a:extLst>
          </p:cNvPr>
          <p:cNvSpPr txBox="1"/>
          <p:nvPr/>
        </p:nvSpPr>
        <p:spPr>
          <a:xfrm>
            <a:off x="3498264" y="219086"/>
            <a:ext cx="5550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6CA95"/>
                </a:solidFill>
                <a:effectLst/>
                <a:uLnTx/>
                <a:uFillTx/>
                <a:latin typeface="文泉驿等宽微米黑" panose="020B0606030804020204" charset="-122"/>
                <a:ea typeface="文泉驿等宽微米黑" panose="020B0606030804020204" charset="-122"/>
                <a:cs typeface="文泉驿等宽微米黑" panose="020B0606030804020204" charset="-122"/>
              </a:rPr>
              <a:t>运行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56CA95"/>
                </a:solidFill>
                <a:effectLst/>
                <a:uLnTx/>
                <a:uFillTx/>
                <a:latin typeface="文泉驿等宽微米黑" panose="020B0606030804020204" charset="-122"/>
                <a:ea typeface="文泉驿等宽微米黑" panose="020B0606030804020204" charset="-122"/>
                <a:cs typeface="文泉驿等宽微米黑" panose="020B0606030804020204" charset="-122"/>
              </a:rPr>
              <a:t>NANOX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6CA95"/>
                </a:solidFill>
                <a:effectLst/>
                <a:uLnTx/>
                <a:uFillTx/>
                <a:latin typeface="文泉驿等宽微米黑" panose="020B0606030804020204" charset="-122"/>
                <a:ea typeface="文泉驿等宽微米黑" panose="020B0606030804020204" charset="-122"/>
                <a:cs typeface="文泉驿等宽微米黑" panose="020B0606030804020204" charset="-122"/>
              </a:rPr>
              <a:t>桌面环境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EB82A7-6CB4-C017-5103-66FEDA5405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341" y="861040"/>
            <a:ext cx="9762422" cy="5826944"/>
          </a:xfrm>
          <a:prstGeom prst="rect">
            <a:avLst/>
          </a:prstGeom>
        </p:spPr>
      </p:pic>
      <p:pic>
        <p:nvPicPr>
          <p:cNvPr id="10" name="VID_20260817_221632">
            <a:hlinkClick r:id="" action="ppaction://media"/>
            <a:extLst>
              <a:ext uri="{FF2B5EF4-FFF2-40B4-BE49-F238E27FC236}">
                <a16:creationId xmlns:a16="http://schemas.microsoft.com/office/drawing/2014/main" id="{F710AB77-155E-9DB7-1406-0C5A43CD5C3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392341" y="861040"/>
            <a:ext cx="9762421" cy="5958688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3CD8C3C5-2B64-6601-A0C0-1B3EE65F523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83108" y="321262"/>
            <a:ext cx="11225784" cy="420624"/>
            <a:chOff x="-639572" y="-740458"/>
            <a:chExt cx="11225784" cy="420624"/>
          </a:xfrm>
        </p:grpSpPr>
        <p:sp>
          <p:nvSpPr>
            <p:cNvPr id="5" name="Text 1" descr="TEMP_Z_ORDER_7">
              <a:extLst>
                <a:ext uri="{FF2B5EF4-FFF2-40B4-BE49-F238E27FC236}">
                  <a16:creationId xmlns:a16="http://schemas.microsoft.com/office/drawing/2014/main" id="{AD46CF3C-1E4C-BC99-050A-0C900E22878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9572" y="-740458"/>
              <a:ext cx="11225784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2760" b="1" dirty="0" err="1">
                  <a:solidFill>
                    <a:schemeClr val="bg1"/>
                  </a:solidFill>
                </a:rPr>
                <a:t>KernelOverview</a:t>
              </a:r>
              <a:endParaRPr lang="en-US" sz="276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VID_20260818_085328">
            <a:hlinkClick r:id="" action="ppaction://media"/>
            <a:extLst>
              <a:ext uri="{FF2B5EF4-FFF2-40B4-BE49-F238E27FC236}">
                <a16:creationId xmlns:a16="http://schemas.microsoft.com/office/drawing/2014/main" id="{72B36402-A39B-507D-C124-5E21FC0E404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392341" y="723755"/>
            <a:ext cx="9762421" cy="61015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024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462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3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768235" y="593284"/>
            <a:ext cx="5834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800" b="1" dirty="0">
                <a:solidFill>
                  <a:schemeClr val="accent3"/>
                </a:solidFill>
                <a:latin typeface="文泉驿等宽微米黑" panose="020B0606030804020204" charset="-122"/>
                <a:ea typeface="文泉驿等宽微米黑" panose="020B0606030804020204" charset="-122"/>
                <a:cs typeface="文泉驿等宽微米黑" panose="020B0606030804020204" charset="-122"/>
              </a:rPr>
              <a:t>运行</a:t>
            </a:r>
            <a:r>
              <a:rPr lang="en-US" altLang="zh-CN" sz="2800" b="1" dirty="0">
                <a:solidFill>
                  <a:schemeClr val="accent3"/>
                </a:solidFill>
                <a:latin typeface="文泉驿等宽微米黑" panose="020B0606030804020204" charset="-122"/>
                <a:ea typeface="文泉驿等宽微米黑" panose="020B0606030804020204" charset="-122"/>
                <a:cs typeface="文泉驿等宽微米黑" panose="020B0606030804020204" charset="-122"/>
              </a:rPr>
              <a:t>apt</a:t>
            </a:r>
            <a:r>
              <a:rPr lang="zh-CN" altLang="en-US" sz="2800" b="1" dirty="0">
                <a:solidFill>
                  <a:schemeClr val="accent3"/>
                </a:solidFill>
                <a:latin typeface="文泉驿等宽微米黑" panose="020B0606030804020204" charset="-122"/>
                <a:ea typeface="文泉驿等宽微米黑" panose="020B0606030804020204" charset="-122"/>
                <a:cs typeface="文泉驿等宽微米黑" panose="020B0606030804020204" charset="-122"/>
              </a:rPr>
              <a:t>包管理器安装</a:t>
            </a:r>
            <a:r>
              <a:rPr lang="en-US" altLang="zh-CN" sz="2800" b="1" dirty="0">
                <a:solidFill>
                  <a:schemeClr val="accent3"/>
                </a:solidFill>
                <a:latin typeface="文泉驿等宽微米黑" panose="020B0606030804020204" charset="-122"/>
                <a:ea typeface="文泉驿等宽微米黑" panose="020B0606030804020204" charset="-122"/>
                <a:cs typeface="文泉驿等宽微米黑" panose="020B0606030804020204" charset="-122"/>
              </a:rPr>
              <a:t>vim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CD61F6F-46A3-5B7D-1889-CAA1D9191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55" y="1219124"/>
            <a:ext cx="9623926" cy="5638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10B0122-B62E-9F1E-C7F3-B65816D0F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60" y="1091289"/>
            <a:ext cx="9766019" cy="5766711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BB668A2F-AED1-857E-2AC6-4424799EEC5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87680" y="426720"/>
            <a:ext cx="11225784" cy="441960"/>
            <a:chOff x="-635000" y="-635000"/>
            <a:chExt cx="11225784" cy="441960"/>
          </a:xfrm>
        </p:grpSpPr>
        <p:sp>
          <p:nvSpPr>
            <p:cNvPr id="6" name="Text 1" descr="TEMP_Z_ORDER_7">
              <a:extLst>
                <a:ext uri="{FF2B5EF4-FFF2-40B4-BE49-F238E27FC236}">
                  <a16:creationId xmlns:a16="http://schemas.microsoft.com/office/drawing/2014/main" id="{4EE68211-2B6F-280A-044C-DAB9E68D225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635000" y="-613664"/>
              <a:ext cx="11225784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2760" b="1" dirty="0" err="1">
                  <a:solidFill>
                    <a:schemeClr val="bg1"/>
                  </a:solidFill>
                </a:rPr>
                <a:t>KernelOverview</a:t>
              </a:r>
              <a:endParaRPr lang="en-US" sz="276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753934a1ef6ed0c08a7dddf427104d5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70e4568da0c9463d7add1fdd7ba42507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-5498465" y="-738505"/>
            <a:ext cx="15725139" cy="816356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433705" y="1400176"/>
            <a:ext cx="9060139" cy="5799773"/>
            <a:chOff x="-635000" y="-635000"/>
            <a:chExt cx="9060140" cy="5799773"/>
          </a:xfrm>
        </p:grpSpPr>
        <p:sp>
          <p:nvSpPr>
            <p:cNvPr id="10" name="Text 0" descr="TEMP_Z_ORDER_2"/>
            <p:cNvSpPr/>
            <p:nvPr>
              <p:custDataLst>
                <p:tags r:id="rId4"/>
              </p:custDataLst>
            </p:nvPr>
          </p:nvSpPr>
          <p:spPr>
            <a:xfrm>
              <a:off x="4874896" y="749724"/>
              <a:ext cx="3550244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6000" b="1" dirty="0" err="1">
                  <a:solidFill>
                    <a:srgbClr val="FFFFFF"/>
                  </a:solidFill>
                </a:rPr>
                <a:t>系统架构</a:t>
              </a:r>
              <a:endParaRPr lang="en-US" sz="6000" dirty="0"/>
            </a:p>
          </p:txBody>
        </p:sp>
        <p:pic>
          <p:nvPicPr>
            <p:cNvPr id="11" name="Image 2" descr="TEMP_Z_ORDER_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55905" y="-635000"/>
              <a:ext cx="4404360" cy="4057648"/>
            </a:xfrm>
            <a:prstGeom prst="rect">
              <a:avLst/>
            </a:prstGeom>
          </p:spPr>
        </p:pic>
        <p:pic>
          <p:nvPicPr>
            <p:cNvPr id="12" name="Image 3" descr="TEMP_Z_ORDER_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-451485"/>
              <a:ext cx="4404360" cy="4057647"/>
            </a:xfrm>
            <a:prstGeom prst="rect">
              <a:avLst/>
            </a:prstGeom>
          </p:spPr>
        </p:pic>
        <p:sp>
          <p:nvSpPr>
            <p:cNvPr id="13" name="Text 1" descr="TEMP_Z_ORDER_5"/>
            <p:cNvSpPr/>
            <p:nvPr>
              <p:custDataLst>
                <p:tags r:id="rId7"/>
              </p:custDataLst>
            </p:nvPr>
          </p:nvSpPr>
          <p:spPr>
            <a:xfrm>
              <a:off x="560534" y="117285"/>
              <a:ext cx="2401529" cy="50474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560">
                  <a:solidFill>
                    <a:srgbClr val="FFFFFF"/>
                  </a:solidFill>
                </a:rPr>
                <a:t>02</a:t>
              </a:r>
              <a:endParaRPr lang="en-US" sz="165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18" name="组合 17"/>
          <p:cNvGrpSpPr/>
          <p:nvPr>
            <p:custDataLst>
              <p:tags r:id="rId2"/>
            </p:custDataLst>
          </p:nvPr>
        </p:nvGrpSpPr>
        <p:grpSpPr>
          <a:xfrm>
            <a:off x="609600" y="1920240"/>
            <a:ext cx="4428744" cy="4099560"/>
            <a:chOff x="-635000" y="-635000"/>
            <a:chExt cx="4428744" cy="4099560"/>
          </a:xfrm>
        </p:grpSpPr>
        <p:pic>
          <p:nvPicPr>
            <p:cNvPr id="19" name="Image 1" descr="TEMP_Z_ORDER_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635000" y="-619760"/>
              <a:ext cx="91440" cy="365760"/>
            </a:xfrm>
            <a:prstGeom prst="rect">
              <a:avLst/>
            </a:prstGeom>
          </p:spPr>
        </p:pic>
        <p:sp>
          <p:nvSpPr>
            <p:cNvPr id="20" name="Text 0" descr="TEMP_Z_ORDER_2"/>
            <p:cNvSpPr/>
            <p:nvPr>
              <p:custDataLst>
                <p:tags r:id="rId8"/>
              </p:custDataLst>
            </p:nvPr>
          </p:nvSpPr>
          <p:spPr>
            <a:xfrm>
              <a:off x="-360680" y="-635000"/>
              <a:ext cx="2295271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WaterOS 内核概述</a:t>
              </a:r>
              <a:endParaRPr lang="en-US" sz="1920"/>
            </a:p>
          </p:txBody>
        </p:sp>
        <p:sp>
          <p:nvSpPr>
            <p:cNvPr id="21" name="Text 1" descr="TEMP_Z_ORDER_3"/>
            <p:cNvSpPr/>
            <p:nvPr>
              <p:custDataLst>
                <p:tags r:id="rId9"/>
              </p:custDataLst>
            </p:nvPr>
          </p:nvSpPr>
          <p:spPr>
            <a:xfrm>
              <a:off x="-635000" y="142240"/>
              <a:ext cx="4428744" cy="127448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56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WaterOS是Rust从零构建的双架构操作系统内核，支持RISC-V64与LoongArch64，兼容Linux ABI，涵盖进程调度、内存管理、VFS文件系统、网络协议栈与VirtIO驱动等子系统。</a:t>
              </a:r>
              <a:endParaRPr lang="en-US" sz="1560"/>
            </a:p>
          </p:txBody>
        </p:sp>
        <p:pic>
          <p:nvPicPr>
            <p:cNvPr id="22" name="Image 2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635000" y="2230120"/>
              <a:ext cx="121920" cy="121920"/>
            </a:xfrm>
            <a:prstGeom prst="rect">
              <a:avLst/>
            </a:prstGeom>
          </p:spPr>
        </p:pic>
        <p:sp>
          <p:nvSpPr>
            <p:cNvPr id="23" name="Text 2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391160" y="2138680"/>
              <a:ext cx="392154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>
                      <a:alpha val="8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双架构支持 (RISC-V64 / LoongArch64)</a:t>
              </a:r>
              <a:endParaRPr lang="en-US" sz="1680"/>
            </a:p>
          </p:txBody>
        </p:sp>
        <p:pic>
          <p:nvPicPr>
            <p:cNvPr id="24" name="Image 3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635000" y="2733040"/>
              <a:ext cx="121920" cy="121920"/>
            </a:xfrm>
            <a:prstGeom prst="rect">
              <a:avLst/>
            </a:prstGeom>
          </p:spPr>
        </p:pic>
        <p:sp>
          <p:nvSpPr>
            <p:cNvPr id="25" name="Text 3" descr="TEMP_Z_ORDER_7"/>
            <p:cNvSpPr/>
            <p:nvPr>
              <p:custDataLst>
                <p:tags r:id="rId13"/>
              </p:custDataLst>
            </p:nvPr>
          </p:nvSpPr>
          <p:spPr>
            <a:xfrm>
              <a:off x="-391160" y="2641600"/>
              <a:ext cx="1936877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>
                      <a:alpha val="8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Linux ABI 完全兼容</a:t>
              </a:r>
              <a:endParaRPr lang="en-US" sz="1680"/>
            </a:p>
          </p:txBody>
        </p:sp>
        <p:pic>
          <p:nvPicPr>
            <p:cNvPr id="26" name="Image 4" descr="TEMP_Z_ORDER_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635000" y="3235960"/>
              <a:ext cx="121920" cy="121920"/>
            </a:xfrm>
            <a:prstGeom prst="rect">
              <a:avLst/>
            </a:prstGeom>
          </p:spPr>
        </p:pic>
        <p:sp>
          <p:nvSpPr>
            <p:cNvPr id="27" name="Text 4" descr="TEMP_Z_ORDER_9"/>
            <p:cNvSpPr/>
            <p:nvPr>
              <p:custDataLst>
                <p:tags r:id="rId15"/>
              </p:custDataLst>
            </p:nvPr>
          </p:nvSpPr>
          <p:spPr>
            <a:xfrm>
              <a:off x="-391160" y="3144519"/>
              <a:ext cx="2260699" cy="31014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FFFFFF">
                      <a:alpha val="8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Rust 语言从零安全构建</a:t>
              </a:r>
              <a:endParaRPr lang="en-US" sz="1680"/>
            </a:p>
          </p:txBody>
        </p:sp>
      </p:grp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5451303" y="563879"/>
            <a:ext cx="5064298" cy="5989321"/>
            <a:chOff x="-578657" y="-1442721"/>
            <a:chExt cx="5064298" cy="5989321"/>
          </a:xfrm>
        </p:grpSpPr>
        <p:pic>
          <p:nvPicPr>
            <p:cNvPr id="16" name="Image 5" descr="TEMP_Z_ORDER_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-578657" y="-1442721"/>
              <a:ext cx="5064298" cy="5989321"/>
            </a:xfrm>
            <a:prstGeom prst="rect">
              <a:avLst/>
            </a:prstGeom>
            <a:effectLst>
              <a:outerShdw blurRad="228600" dist="152400" dir="5400000" algn="bl" rotWithShape="0">
                <a:srgbClr val="000000">
                  <a:alpha val="10000"/>
                </a:srgbClr>
              </a:outerShdw>
            </a:effectLst>
          </p:spPr>
        </p:pic>
        <p:pic>
          <p:nvPicPr>
            <p:cNvPr id="17" name="Image 6" descr="TEMP_Z_ORDER_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-71721" y="-1396999"/>
              <a:ext cx="4303167" cy="5684520"/>
            </a:xfrm>
            <a:prstGeom prst="rect">
              <a:avLst/>
            </a:prstGeom>
          </p:spPr>
        </p:pic>
      </p:grpSp>
      <p:sp>
        <p:nvSpPr>
          <p:cNvPr id="14" name="Text 5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chemeClr val="bg1"/>
                </a:solidFill>
              </a:rPr>
              <a:t>System Architecture / </a:t>
            </a:r>
            <a:r>
              <a:rPr lang="en-US" sz="2760" b="1" dirty="0" err="1">
                <a:solidFill>
                  <a:schemeClr val="bg1"/>
                </a:solidFill>
              </a:rPr>
              <a:t>系统架构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753934a1ef6ed0c08a7dddf427104d5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70e4568da0c9463d7add1fdd7ba42507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-5498465" y="-738505"/>
            <a:ext cx="15725139" cy="816356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433705" y="1400176"/>
            <a:ext cx="9037128" cy="5799773"/>
            <a:chOff x="-635000" y="-635000"/>
            <a:chExt cx="9037129" cy="5799773"/>
          </a:xfrm>
        </p:grpSpPr>
        <p:sp>
          <p:nvSpPr>
            <p:cNvPr id="10" name="Text 0" descr="TEMP_Z_ORDER_2"/>
            <p:cNvSpPr/>
            <p:nvPr>
              <p:custDataLst>
                <p:tags r:id="rId4"/>
              </p:custDataLst>
            </p:nvPr>
          </p:nvSpPr>
          <p:spPr>
            <a:xfrm>
              <a:off x="4557255" y="754189"/>
              <a:ext cx="3844874" cy="101566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6600" b="1" dirty="0" err="1">
                  <a:solidFill>
                    <a:srgbClr val="FFFFFF"/>
                  </a:solidFill>
                </a:rPr>
                <a:t>模块设计</a:t>
              </a:r>
              <a:endParaRPr lang="en-US" sz="6600" dirty="0"/>
            </a:p>
          </p:txBody>
        </p:sp>
        <p:pic>
          <p:nvPicPr>
            <p:cNvPr id="11" name="Image 2" descr="TEMP_Z_ORDER_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55905" y="-635000"/>
              <a:ext cx="4404360" cy="4057648"/>
            </a:xfrm>
            <a:prstGeom prst="rect">
              <a:avLst/>
            </a:prstGeom>
          </p:spPr>
        </p:pic>
        <p:pic>
          <p:nvPicPr>
            <p:cNvPr id="12" name="Image 3" descr="TEMP_Z_ORDER_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-451485"/>
              <a:ext cx="4404360" cy="4057647"/>
            </a:xfrm>
            <a:prstGeom prst="rect">
              <a:avLst/>
            </a:prstGeom>
          </p:spPr>
        </p:pic>
        <p:sp>
          <p:nvSpPr>
            <p:cNvPr id="13" name="Text 1" descr="TEMP_Z_ORDER_5"/>
            <p:cNvSpPr/>
            <p:nvPr>
              <p:custDataLst>
                <p:tags r:id="rId7"/>
              </p:custDataLst>
            </p:nvPr>
          </p:nvSpPr>
          <p:spPr>
            <a:xfrm>
              <a:off x="560534" y="117285"/>
              <a:ext cx="2401529" cy="50474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560">
                  <a:solidFill>
                    <a:srgbClr val="FFFFFF"/>
                  </a:solidFill>
                </a:rPr>
                <a:t>03</a:t>
              </a:r>
              <a:endParaRPr lang="en-US" sz="165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21" name="组合 20"/>
          <p:cNvGrpSpPr/>
          <p:nvPr>
            <p:custDataLst>
              <p:tags r:id="rId2"/>
            </p:custDataLst>
          </p:nvPr>
        </p:nvGrpSpPr>
        <p:grpSpPr>
          <a:xfrm>
            <a:off x="609600" y="1371600"/>
            <a:ext cx="4815840" cy="5205032"/>
            <a:chOff x="-635000" y="-635000"/>
            <a:chExt cx="4815840" cy="5181600"/>
          </a:xfrm>
        </p:grpSpPr>
        <p:pic>
          <p:nvPicPr>
            <p:cNvPr id="22" name="Image 1" descr="TEMP_Z_ORDER_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-635000" y="-635000"/>
              <a:ext cx="4815840" cy="1874520"/>
            </a:xfrm>
            <a:prstGeom prst="rect">
              <a:avLst/>
            </a:prstGeom>
          </p:spPr>
        </p:pic>
        <p:pic>
          <p:nvPicPr>
            <p:cNvPr id="23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375920" y="-314960"/>
              <a:ext cx="304800" cy="304800"/>
            </a:xfrm>
            <a:prstGeom prst="rect">
              <a:avLst/>
            </a:prstGeom>
          </p:spPr>
        </p:pic>
        <p:sp>
          <p:nvSpPr>
            <p:cNvPr id="24" name="Text 0" descr="TEMP_Z_ORDER_3"/>
            <p:cNvSpPr/>
            <p:nvPr>
              <p:custDataLst>
                <p:tags r:id="rId9"/>
              </p:custDataLst>
            </p:nvPr>
          </p:nvSpPr>
          <p:spPr>
            <a:xfrm>
              <a:off x="50800" y="-368560"/>
              <a:ext cx="1663917" cy="3815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 dirty="0" err="1">
                  <a:solidFill>
                    <a:schemeClr val="bg1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核心映射机制</a:t>
              </a:r>
              <a:endParaRPr lang="en-US" sz="216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 1" descr="TEMP_Z_ORDER_4"/>
            <p:cNvSpPr/>
            <p:nvPr>
              <p:custDataLst>
                <p:tags r:id="rId10"/>
              </p:custDataLst>
            </p:nvPr>
          </p:nvSpPr>
          <p:spPr>
            <a:xfrm>
              <a:off x="-375920" y="172720"/>
              <a:ext cx="4306824" cy="9803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内存管理将物理内存按</a:t>
              </a:r>
              <a:r>
                <a:rPr lang="en-US" sz="1200" b="1" dirty="0">
                  <a:solidFill>
                    <a:schemeClr val="bg1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4 KiB </a:t>
              </a:r>
              <a:r>
                <a:rPr lang="en-US" sz="1200" b="1" dirty="0" err="1">
                  <a:solidFill>
                    <a:schemeClr val="bg1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页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租给各进程的虚拟地址空间，核心是</a:t>
              </a:r>
              <a:r>
                <a:rPr lang="en-US" sz="120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「虚拟地址</a:t>
              </a:r>
              <a:r>
                <a:rPr lang="en-US" sz="1200" b="1" dirty="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 → </a:t>
              </a:r>
              <a:r>
                <a:rPr lang="en-US" sz="120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页表</a:t>
              </a:r>
              <a:r>
                <a:rPr lang="en-US" sz="1200" b="1" dirty="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 →</a:t>
              </a:r>
              <a:r>
                <a:rPr lang="en-US" sz="120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物理帧」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的映射。上层用</a:t>
              </a: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mmap</a:t>
              </a: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/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brk</a:t>
              </a: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等分配调整映射，fork</a:t>
              </a: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靠</a:t>
              </a:r>
              <a:r>
                <a:rPr lang="en-US" sz="120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写时复制（COW）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省复制，改页表后发</a:t>
              </a: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IPI </a:t>
              </a:r>
              <a:r>
                <a:rPr lang="en-US" sz="120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刷</a:t>
              </a:r>
              <a:r>
                <a:rPr lang="en-US" sz="120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TLB。</a:t>
              </a:r>
              <a:endParaRPr lang="en-US" sz="1200" dirty="0"/>
            </a:p>
          </p:txBody>
        </p:sp>
        <p:pic>
          <p:nvPicPr>
            <p:cNvPr id="26" name="Image 3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7"/>
            <a:stretch>
              <a:fillRect/>
            </a:stretch>
          </p:blipFill>
          <p:spPr>
            <a:xfrm>
              <a:off x="-619760" y="-619760"/>
              <a:ext cx="60960" cy="1844040"/>
            </a:xfrm>
            <a:prstGeom prst="rect">
              <a:avLst/>
            </a:prstGeom>
          </p:spPr>
        </p:pic>
        <p:pic>
          <p:nvPicPr>
            <p:cNvPr id="27" name="Image 4" descr="TEMP_Z_ORDER_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8"/>
            <a:stretch>
              <a:fillRect/>
            </a:stretch>
          </p:blipFill>
          <p:spPr>
            <a:xfrm>
              <a:off x="-635000" y="1450535"/>
              <a:ext cx="4815840" cy="3017520"/>
            </a:xfrm>
            <a:prstGeom prst="rect">
              <a:avLst/>
            </a:prstGeom>
          </p:spPr>
        </p:pic>
        <p:pic>
          <p:nvPicPr>
            <p:cNvPr id="28" name="Image 5" descr="TEMP_Z_ORDER_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9"/>
            <a:stretch>
              <a:fillRect/>
            </a:stretch>
          </p:blipFill>
          <p:spPr>
            <a:xfrm>
              <a:off x="-375920" y="1849120"/>
              <a:ext cx="304800" cy="304800"/>
            </a:xfrm>
            <a:prstGeom prst="rect">
              <a:avLst/>
            </a:prstGeom>
          </p:spPr>
        </p:pic>
        <p:sp>
          <p:nvSpPr>
            <p:cNvPr id="29" name="Text 2" descr="TEMP_Z_ORDER_8"/>
            <p:cNvSpPr/>
            <p:nvPr>
              <p:custDataLst>
                <p:tags r:id="rId14"/>
              </p:custDataLst>
            </p:nvPr>
          </p:nvSpPr>
          <p:spPr>
            <a:xfrm>
              <a:off x="50800" y="1810760"/>
              <a:ext cx="1663917" cy="3815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 dirty="0" err="1">
                  <a:solidFill>
                    <a:schemeClr val="bg1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三大核心组件</a:t>
              </a:r>
              <a:endParaRPr lang="en-US" sz="216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 3" descr="TEMP_Z_ORDER_9"/>
            <p:cNvSpPr/>
            <p:nvPr>
              <p:custDataLst>
                <p:tags r:id="rId15"/>
              </p:custDataLst>
            </p:nvPr>
          </p:nvSpPr>
          <p:spPr>
            <a:xfrm>
              <a:off x="-375920" y="2397760"/>
              <a:ext cx="145907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▪</a:t>
              </a:r>
              <a:endParaRPr lang="en-US" sz="1680"/>
            </a:p>
          </p:txBody>
        </p:sp>
        <p:sp>
          <p:nvSpPr>
            <p:cNvPr id="31" name="Text 4" descr="TEMP_Z_ORDER_10"/>
            <p:cNvSpPr/>
            <p:nvPr>
              <p:custDataLst>
                <p:tags r:id="rId16"/>
              </p:custDataLst>
            </p:nvPr>
          </p:nvSpPr>
          <p:spPr>
            <a:xfrm>
              <a:off x="-40640" y="2352040"/>
              <a:ext cx="397154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栈式帧分配器：</a:t>
              </a:r>
              <a:r>
                <a:rPr lang="en-US" sz="168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管理物理帧，提供独占物理页与自动回收。</a:t>
              </a:r>
              <a:endParaRPr lang="en-US" sz="1680"/>
            </a:p>
          </p:txBody>
        </p:sp>
        <p:sp>
          <p:nvSpPr>
            <p:cNvPr id="32" name="Text 5" descr="TEMP_Z_ORDER_11"/>
            <p:cNvSpPr/>
            <p:nvPr>
              <p:custDataLst>
                <p:tags r:id="rId17"/>
              </p:custDataLst>
            </p:nvPr>
          </p:nvSpPr>
          <p:spPr>
            <a:xfrm>
              <a:off x="-375920" y="3205480"/>
              <a:ext cx="145907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▪</a:t>
              </a:r>
              <a:endParaRPr lang="en-US" sz="1680"/>
            </a:p>
          </p:txBody>
        </p:sp>
        <p:sp>
          <p:nvSpPr>
            <p:cNvPr id="33" name="Text 6" descr="TEMP_Z_ORDER_12"/>
            <p:cNvSpPr/>
            <p:nvPr>
              <p:custDataLst>
                <p:tags r:id="rId18"/>
              </p:custDataLst>
            </p:nvPr>
          </p:nvSpPr>
          <p:spPr>
            <a:xfrm>
              <a:off x="-40640" y="3159760"/>
              <a:ext cx="397154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语义契约：</a:t>
              </a:r>
              <a:r>
                <a:rPr lang="en-US" sz="168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定义地址类型与统一接口，规范地址空间行为。</a:t>
              </a:r>
              <a:endParaRPr lang="en-US" sz="1680"/>
            </a:p>
          </p:txBody>
        </p:sp>
        <p:sp>
          <p:nvSpPr>
            <p:cNvPr id="34" name="Text 7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375920" y="4028440"/>
              <a:ext cx="145907" cy="332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▪</a:t>
              </a:r>
              <a:endParaRPr lang="en-US" sz="1680"/>
            </a:p>
          </p:txBody>
        </p:sp>
        <p:sp>
          <p:nvSpPr>
            <p:cNvPr id="35" name="Text 8" descr="TEMP_Z_ORDER_14"/>
            <p:cNvSpPr/>
            <p:nvPr>
              <p:custDataLst>
                <p:tags r:id="rId20"/>
              </p:custDataLst>
            </p:nvPr>
          </p:nvSpPr>
          <p:spPr>
            <a:xfrm>
              <a:off x="-75218" y="3830232"/>
              <a:ext cx="397154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共享实现：</a:t>
              </a:r>
              <a:r>
                <a:rPr lang="en-US" sz="168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提供按需零页和</a:t>
              </a:r>
              <a:r>
                <a:rPr lang="en-US" sz="168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ELF </a:t>
              </a:r>
              <a:r>
                <a:rPr lang="en-US" sz="1680" dirty="0" err="1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惰性装载，访问缺页才真正分配物理帧</a:t>
              </a:r>
              <a:r>
                <a:rPr lang="en-US" sz="1680" dirty="0">
                  <a:solidFill>
                    <a:srgbClr val="FFFFFF">
                      <a:alpha val="85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680" dirty="0"/>
            </a:p>
          </p:txBody>
        </p:sp>
        <p:pic>
          <p:nvPicPr>
            <p:cNvPr id="36" name="Image 6" descr="TEMP_Z_ORDER_15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0"/>
            <a:stretch>
              <a:fillRect/>
            </a:stretch>
          </p:blipFill>
          <p:spPr>
            <a:xfrm>
              <a:off x="-619760" y="1559560"/>
              <a:ext cx="60960" cy="2987040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>
            <p:custDataLst>
              <p:tags r:id="rId3"/>
            </p:custDataLst>
          </p:nvPr>
        </p:nvGrpSpPr>
        <p:grpSpPr>
          <a:xfrm>
            <a:off x="5803201" y="1154234"/>
            <a:ext cx="5913120" cy="5425440"/>
            <a:chOff x="-635000" y="-635000"/>
            <a:chExt cx="5547360" cy="4663440"/>
          </a:xfrm>
        </p:grpSpPr>
        <p:pic>
          <p:nvPicPr>
            <p:cNvPr id="38" name="Image 7" descr="TEMP_Z_ORDER_1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alphaModFix amt="0"/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467360" y="-635000"/>
              <a:ext cx="5212080" cy="4663440"/>
            </a:xfrm>
            <a:prstGeom prst="rect">
              <a:avLst/>
            </a:prstGeom>
          </p:spPr>
        </p:pic>
        <p:pic>
          <p:nvPicPr>
            <p:cNvPr id="39" name="Image 8" descr="TEMP_Z_ORDER_1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35000" y="-545066"/>
              <a:ext cx="5547360" cy="4483572"/>
            </a:xfrm>
            <a:prstGeom prst="rect">
              <a:avLst/>
            </a:prstGeom>
          </p:spPr>
        </p:pic>
      </p:grpSp>
      <p:sp>
        <p:nvSpPr>
          <p:cNvPr id="20" name="Text 9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WaterOS-Memory：内存模块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3f0f2b0f6e5479c825b061462d4167c0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620000" y="0"/>
            <a:ext cx="4572000" cy="4572000"/>
          </a:xfrm>
          <a:prstGeom prst="rect">
            <a:avLst/>
          </a:prstGeom>
        </p:spPr>
      </p:pic>
      <p:pic>
        <p:nvPicPr>
          <p:cNvPr id="4" name="Image 2" descr="https://test.web.static.jianzeppt.com/ppt-temp-img3/02e17b1288415479837377e106ece569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0" y="4572000"/>
            <a:ext cx="3048000" cy="2286000"/>
          </a:xfrm>
          <a:prstGeom prst="rect">
            <a:avLst/>
          </a:prstGeom>
        </p:spPr>
      </p:pic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329929" y="1202221"/>
            <a:ext cx="4821936" cy="5151121"/>
            <a:chOff x="-635000" y="-635000"/>
            <a:chExt cx="5120640" cy="5151121"/>
          </a:xfrm>
        </p:grpSpPr>
        <p:pic>
          <p:nvPicPr>
            <p:cNvPr id="16" name="Image 3" descr="TEMP_Z_ORDER_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-635000" y="-635000"/>
              <a:ext cx="5120640" cy="2042160"/>
            </a:xfrm>
            <a:prstGeom prst="rect">
              <a:avLst/>
            </a:prstGeom>
          </p:spPr>
        </p:pic>
        <p:pic>
          <p:nvPicPr>
            <p:cNvPr id="17" name="Image 4" descr="TEMP_Z_ORDER_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75920" y="-345440"/>
              <a:ext cx="91440" cy="243840"/>
            </a:xfrm>
            <a:prstGeom prst="rect">
              <a:avLst/>
            </a:prstGeom>
          </p:spPr>
        </p:pic>
        <p:sp>
          <p:nvSpPr>
            <p:cNvPr id="18" name="Text 0" descr="TEMP_Z_ORDER_5"/>
            <p:cNvSpPr/>
            <p:nvPr>
              <p:custDataLst>
                <p:tags r:id="rId8"/>
              </p:custDataLst>
            </p:nvPr>
          </p:nvSpPr>
          <p:spPr>
            <a:xfrm>
              <a:off x="-162560" y="-421640"/>
              <a:ext cx="2941581" cy="27699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zh-CN" b="1" dirty="0">
                  <a:solidFill>
                    <a:schemeClr val="bg1"/>
                  </a:solidFill>
                </a:rPr>
                <a:t>文件系统：从磁盘块到文件</a:t>
              </a:r>
              <a:endParaRPr lang="en-US" sz="1920" dirty="0">
                <a:solidFill>
                  <a:schemeClr val="bg1"/>
                </a:solidFill>
              </a:endParaRPr>
            </a:p>
          </p:txBody>
        </p:sp>
        <p:sp>
          <p:nvSpPr>
            <p:cNvPr id="19" name="Text 1" descr="TEMP_Z_ORDER_6"/>
            <p:cNvSpPr/>
            <p:nvPr>
              <p:custDataLst>
                <p:tags r:id="rId9"/>
              </p:custDataLst>
            </p:nvPr>
          </p:nvSpPr>
          <p:spPr>
            <a:xfrm>
              <a:off x="-375920" y="66040"/>
              <a:ext cx="4611624" cy="172354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sz="1600" dirty="0">
                  <a:solidFill>
                    <a:schemeClr val="bg1"/>
                  </a:solidFill>
                </a:rPr>
                <a:t>ext4 用目录项 / inode / 数据块把块组织成文件；VFS 再把一切收敛为文件句柄——普通文件、/dev/fb0、/proc、pipe、socket 都是 fd。一套 open/read/write 即可访问所有资源，普通文件走页缓存，管道与设备走 fd-session。</a:t>
              </a:r>
            </a:p>
            <a:p>
              <a:br>
                <a:rPr lang="zh-CN" altLang="zh-CN" sz="1400" dirty="0">
                  <a:solidFill>
                    <a:schemeClr val="bg1"/>
                  </a:solidFill>
                </a:rPr>
              </a:br>
              <a:endParaRPr lang="en-US" sz="1400" dirty="0">
                <a:solidFill>
                  <a:schemeClr val="bg1"/>
                </a:solidFill>
              </a:endParaRPr>
            </a:p>
          </p:txBody>
        </p:sp>
        <p:pic>
          <p:nvPicPr>
            <p:cNvPr id="20" name="Image 5" descr="TEMP_Z_ORDER_7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-635000" y="1651001"/>
              <a:ext cx="5120640" cy="2865120"/>
            </a:xfrm>
            <a:prstGeom prst="rect">
              <a:avLst/>
            </a:prstGeom>
          </p:spPr>
        </p:pic>
        <p:pic>
          <p:nvPicPr>
            <p:cNvPr id="21" name="Image 6" descr="TEMP_Z_ORDER_8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-375920" y="1940560"/>
              <a:ext cx="91440" cy="243840"/>
            </a:xfrm>
            <a:prstGeom prst="rect">
              <a:avLst/>
            </a:prstGeom>
          </p:spPr>
        </p:pic>
        <p:sp>
          <p:nvSpPr>
            <p:cNvPr id="22" name="Text 2" descr="TEMP_Z_ORDER_9"/>
            <p:cNvSpPr/>
            <p:nvPr>
              <p:custDataLst>
                <p:tags r:id="rId12"/>
              </p:custDataLst>
            </p:nvPr>
          </p:nvSpPr>
          <p:spPr>
            <a:xfrm>
              <a:off x="-162560" y="1864360"/>
              <a:ext cx="1894665" cy="26308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altLang="zh-CN" sz="2040" b="1" dirty="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VFS</a:t>
              </a:r>
              <a:r>
                <a:rPr lang="zh-CN" altLang="en-US" sz="2040" b="1" dirty="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一切皆文件</a:t>
              </a:r>
              <a:endParaRPr lang="en-US" sz="2040" dirty="0"/>
            </a:p>
          </p:txBody>
        </p:sp>
        <p:sp>
          <p:nvSpPr>
            <p:cNvPr id="23" name="Text 3" descr="TEMP_Z_ORDER_10"/>
            <p:cNvSpPr/>
            <p:nvPr>
              <p:custDataLst>
                <p:tags r:id="rId13"/>
              </p:custDataLst>
            </p:nvPr>
          </p:nvSpPr>
          <p:spPr>
            <a:xfrm>
              <a:off x="-375920" y="2367280"/>
              <a:ext cx="4611624" cy="138499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zh-CN" dirty="0">
                  <a:solidFill>
                    <a:schemeClr val="bg1"/>
                  </a:solidFill>
                </a:rPr>
                <a:t>显卡提供线性帧缓冲 buffer（像素数组）。内核把它包装成 VFS 句柄、在 devfs 挂成 /dev/fb0；用户程序 open + mmap/write 直接写像素，内核 flush 到 DisplayDevice 上屏。画图 = 写文件。</a:t>
              </a:r>
              <a:endParaRPr lang="en-US" sz="144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Text 4"/>
          <p:cNvSpPr/>
          <p:nvPr>
            <p:custDataLst>
              <p:tags r:id="rId5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</a:t>
            </a:r>
            <a:r>
              <a:rPr lang="en-US" sz="2760" b="1" dirty="0">
                <a:solidFill>
                  <a:schemeClr val="bg1"/>
                </a:solidFill>
              </a:rPr>
              <a:t>-FS/</a:t>
            </a:r>
            <a:r>
              <a:rPr lang="en-US" sz="2760" b="1" dirty="0" err="1">
                <a:solidFill>
                  <a:schemeClr val="bg1"/>
                </a:solidFill>
              </a:rPr>
              <a:t>VFS：文件系统模块</a:t>
            </a:r>
            <a:endParaRPr lang="en-US" sz="2760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46F13F-5983-58C2-4324-B9E7DB97747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51865" y="1870572"/>
            <a:ext cx="7017650" cy="366201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sp>
        <p:nvSpPr>
          <p:cNvPr id="3" name="Text 0"/>
          <p:cNvSpPr/>
          <p:nvPr>
            <p:custDataLst>
              <p:tags r:id="rId2"/>
            </p:custDataLst>
          </p:nvPr>
        </p:nvSpPr>
        <p:spPr>
          <a:xfrm>
            <a:off x="609600" y="1615440"/>
            <a:ext cx="47335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5000"/>
              </a:lnSpc>
              <a:buNone/>
            </a:pPr>
            <a:r>
              <a:rPr lang="en-US" sz="2160">
                <a:solidFill>
                  <a:srgbClr val="0D83B2"/>
                </a:solidFill>
                <a:latin typeface="SourceHanSansCN-Bold" pitchFamily="34" charset="0"/>
                <a:ea typeface="SourceHanSansCN-Bold" pitchFamily="34" charset="-122"/>
                <a:cs typeface="SourceHanSansCN-Bold" pitchFamily="34" charset="-120"/>
              </a:rPr>
              <a:t>整体架构：</a:t>
            </a:r>
            <a:endParaRPr lang="en-US" sz="2160"/>
          </a:p>
        </p:txBody>
      </p:sp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609600" y="2346960"/>
            <a:ext cx="4733544" cy="1051560"/>
            <a:chOff x="-635000" y="-635000"/>
            <a:chExt cx="4733544" cy="1051560"/>
          </a:xfrm>
        </p:grpSpPr>
        <p:pic>
          <p:nvPicPr>
            <p:cNvPr id="13" name="Image 1" descr="TEMP_Z_ORDER_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-528320"/>
              <a:ext cx="91440" cy="91440"/>
            </a:xfrm>
            <a:prstGeom prst="rect">
              <a:avLst/>
            </a:prstGeom>
          </p:spPr>
        </p:pic>
        <p:sp>
          <p:nvSpPr>
            <p:cNvPr id="14" name="Text 1" descr="TEMP_Z_ORDER_3"/>
            <p:cNvSpPr/>
            <p:nvPr>
              <p:custDataLst>
                <p:tags r:id="rId13"/>
              </p:custDataLst>
            </p:nvPr>
          </p:nvSpPr>
          <p:spPr>
            <a:xfrm>
              <a:off x="-360680" y="-635000"/>
              <a:ext cx="4459224" cy="10248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任务（task）：</a:t>
              </a:r>
              <a:r>
                <a:rPr lang="en-US" sz="168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是调度实体，即调度器进行调度的基本单位，维护了调度状态和任务资源等属性。</a:t>
              </a:r>
              <a:endParaRPr lang="en-US" sz="1680"/>
            </a:p>
          </p:txBody>
        </p:sp>
      </p:grp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609600" y="3688080"/>
            <a:ext cx="4733544" cy="1051560"/>
            <a:chOff x="-635000" y="-635000"/>
            <a:chExt cx="4733544" cy="1051560"/>
          </a:xfrm>
        </p:grpSpPr>
        <p:pic>
          <p:nvPicPr>
            <p:cNvPr id="16" name="Image 2" descr="TEMP_Z_ORDER_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-528320"/>
              <a:ext cx="91440" cy="91440"/>
            </a:xfrm>
            <a:prstGeom prst="rect">
              <a:avLst/>
            </a:prstGeom>
          </p:spPr>
        </p:pic>
        <p:sp>
          <p:nvSpPr>
            <p:cNvPr id="17" name="Text 2" descr="TEMP_Z_ORDER_5"/>
            <p:cNvSpPr/>
            <p:nvPr>
              <p:custDataLst>
                <p:tags r:id="rId11"/>
              </p:custDataLst>
            </p:nvPr>
          </p:nvSpPr>
          <p:spPr>
            <a:xfrm>
              <a:off x="-360680" y="-635000"/>
              <a:ext cx="4459224" cy="10248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进程和线程：</a:t>
              </a:r>
              <a:r>
                <a:rPr lang="en-US" sz="168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是一对多的关系，进程中存放有线程表，维护了地址空间、资源限制、进程能力等资源。</a:t>
              </a:r>
              <a:endParaRPr lang="en-US" sz="1680"/>
            </a:p>
          </p:txBody>
        </p:sp>
      </p:grpSp>
      <p:grpSp>
        <p:nvGrpSpPr>
          <p:cNvPr id="18" name="组合 17"/>
          <p:cNvGrpSpPr/>
          <p:nvPr>
            <p:custDataLst>
              <p:tags r:id="rId5"/>
            </p:custDataLst>
          </p:nvPr>
        </p:nvGrpSpPr>
        <p:grpSpPr>
          <a:xfrm>
            <a:off x="609600" y="5044440"/>
            <a:ext cx="4733544" cy="1394460"/>
            <a:chOff x="-635000" y="-635000"/>
            <a:chExt cx="4733544" cy="1394460"/>
          </a:xfrm>
        </p:grpSpPr>
        <p:pic>
          <p:nvPicPr>
            <p:cNvPr id="19" name="Image 3" descr="TEMP_Z_ORDER_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635000" y="-528320"/>
              <a:ext cx="91440" cy="91440"/>
            </a:xfrm>
            <a:prstGeom prst="rect">
              <a:avLst/>
            </a:prstGeom>
          </p:spPr>
        </p:pic>
        <p:sp>
          <p:nvSpPr>
            <p:cNvPr id="20" name="Text 3" descr="TEMP_Z_ORDER_7"/>
            <p:cNvSpPr/>
            <p:nvPr>
              <p:custDataLst>
                <p:tags r:id="rId9"/>
              </p:custDataLst>
            </p:nvPr>
          </p:nvSpPr>
          <p:spPr>
            <a:xfrm>
              <a:off x="-360680" y="-635000"/>
              <a:ext cx="4459224" cy="13726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调度器：</a:t>
              </a:r>
              <a:r>
                <a:rPr lang="en-US" sz="168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负责 CPU 状态维护与任务调度管理，维护了各个CPU 的资源：就绪队列与当前任务 Cache 等。实现了五种调度方式以及基于入队的负载均衡策略，实现了多核多策略调度。</a:t>
              </a:r>
              <a:endParaRPr lang="en-US" sz="1680"/>
            </a:p>
          </p:txBody>
        </p:sp>
      </p:grpSp>
      <p:pic>
        <p:nvPicPr>
          <p:cNvPr id="10" name="Image 4" descr="https://oss.jianzeppt.com/userPic/15830581/dddc493a0da1faf06dfc52a7c0993fef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167885" y="1371600"/>
            <a:ext cx="5083549" cy="5181600"/>
          </a:xfrm>
          <a:prstGeom prst="rect">
            <a:avLst/>
          </a:prstGeom>
        </p:spPr>
      </p:pic>
      <p:sp>
        <p:nvSpPr>
          <p:cNvPr id="11" name="Text 4"/>
          <p:cNvSpPr/>
          <p:nvPr>
            <p:custDataLst>
              <p:tags r:id="rId7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WaterOS-Task：任务模块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609600" y="1493520"/>
            <a:ext cx="4946904" cy="3794760"/>
            <a:chOff x="-635000" y="-635000"/>
            <a:chExt cx="4946904" cy="3794760"/>
          </a:xfrm>
        </p:grpSpPr>
        <p:sp>
          <p:nvSpPr>
            <p:cNvPr id="13" name="Text 0" descr="TEMP_Z_ORDER_1"/>
            <p:cNvSpPr/>
            <p:nvPr>
              <p:custDataLst>
                <p:tags r:id="rId5"/>
              </p:custDataLst>
            </p:nvPr>
          </p:nvSpPr>
          <p:spPr>
            <a:xfrm>
              <a:off x="-635000" y="-635000"/>
              <a:ext cx="1664303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任务状态机：</a:t>
              </a:r>
              <a:endParaRPr lang="en-US" sz="2160"/>
            </a:p>
          </p:txBody>
        </p:sp>
        <p:sp>
          <p:nvSpPr>
            <p:cNvPr id="14" name="Text 1" descr="TEMP_Z_ORDER_2"/>
            <p:cNvSpPr/>
            <p:nvPr>
              <p:custDataLst>
                <p:tags r:id="rId6"/>
              </p:custDataLst>
            </p:nvPr>
          </p:nvSpPr>
          <p:spPr>
            <a:xfrm>
              <a:off x="-635000" y="-40640"/>
              <a:ext cx="4946904" cy="67696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任务从创建到回收，一生在就绪（Ready）→ 运行（Running）→ 阻塞/睡眠/退出之间迁移。</a:t>
              </a:r>
              <a:endParaRPr lang="en-US" sz="1680"/>
            </a:p>
          </p:txBody>
        </p:sp>
        <p:sp>
          <p:nvSpPr>
            <p:cNvPr id="15" name="Text 2" descr="TEMP_Z_ORDER_3"/>
            <p:cNvSpPr/>
            <p:nvPr>
              <p:custDataLst>
                <p:tags r:id="rId7"/>
              </p:custDataLst>
            </p:nvPr>
          </p:nvSpPr>
          <p:spPr>
            <a:xfrm>
              <a:off x="-635000" y="949960"/>
              <a:ext cx="4946904" cy="286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- Ready (就绪)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：挂在对应就绪队列里等调度</a:t>
              </a:r>
              <a:endParaRPr lang="en-US" sz="1680"/>
            </a:p>
          </p:txBody>
        </p:sp>
        <p:sp>
          <p:nvSpPr>
            <p:cNvPr id="16" name="Text 3" descr="TEMP_Z_ORDER_4"/>
            <p:cNvSpPr/>
            <p:nvPr>
              <p:custDataLst>
                <p:tags r:id="rId8"/>
              </p:custDataLst>
            </p:nvPr>
          </p:nvSpPr>
          <p:spPr>
            <a:xfrm>
              <a:off x="-635000" y="1422400"/>
              <a:ext cx="4946904" cy="286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- Running (运行)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：正占用 CPU 执行</a:t>
              </a:r>
              <a:endParaRPr lang="en-US" sz="1680"/>
            </a:p>
          </p:txBody>
        </p:sp>
        <p:sp>
          <p:nvSpPr>
            <p:cNvPr id="17" name="Text 4" descr="TEMP_Z_ORDER_5"/>
            <p:cNvSpPr/>
            <p:nvPr>
              <p:custDataLst>
                <p:tags r:id="rId9"/>
              </p:custDataLst>
            </p:nvPr>
          </p:nvSpPr>
          <p:spPr>
            <a:xfrm>
              <a:off x="-635000" y="1894840"/>
              <a:ext cx="4946904" cy="286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- Blocking (阻塞)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：等待某事件到达后回 Ready</a:t>
              </a:r>
              <a:endParaRPr lang="en-US" sz="1680"/>
            </a:p>
          </p:txBody>
        </p:sp>
        <p:sp>
          <p:nvSpPr>
            <p:cNvPr id="18" name="Text 5" descr="TEMP_Z_ORDER_6"/>
            <p:cNvSpPr/>
            <p:nvPr>
              <p:custDataLst>
                <p:tags r:id="rId10"/>
              </p:custDataLst>
            </p:nvPr>
          </p:nvSpPr>
          <p:spPr>
            <a:xfrm>
              <a:off x="-635000" y="2367280"/>
              <a:ext cx="4946904" cy="5811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- Sleeping (睡眠)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：主动睡眠指定 tick 数，到期唤醒</a:t>
              </a:r>
              <a:endParaRPr lang="en-US" sz="1680"/>
            </a:p>
          </p:txBody>
        </p:sp>
        <p:sp>
          <p:nvSpPr>
            <p:cNvPr id="19" name="Text 6" descr="TEMP_Z_ORDER_7"/>
            <p:cNvSpPr/>
            <p:nvPr>
              <p:custDataLst>
                <p:tags r:id="rId11"/>
              </p:custDataLst>
            </p:nvPr>
          </p:nvSpPr>
          <p:spPr>
            <a:xfrm>
              <a:off x="-635000" y="2854960"/>
              <a:ext cx="4946904" cy="286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- Exited (退出)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：已终止，等待父进程回收</a:t>
              </a:r>
              <a:endParaRPr lang="en-US" sz="1680"/>
            </a:p>
          </p:txBody>
        </p:sp>
      </p:grpSp>
      <p:pic>
        <p:nvPicPr>
          <p:cNvPr id="10" name="Image 1" descr="https://oss.jianzeppt.com/userPic/15830581/c9cc249fc4432b66af94c1952a411905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039143" y="1905000"/>
            <a:ext cx="5539154" cy="4114800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WaterOS-Task：任务模块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45" name="组合 44"/>
          <p:cNvGrpSpPr/>
          <p:nvPr>
            <p:custDataLst>
              <p:tags r:id="rId2"/>
            </p:custDataLst>
          </p:nvPr>
        </p:nvGrpSpPr>
        <p:grpSpPr>
          <a:xfrm>
            <a:off x="609600" y="1219200"/>
            <a:ext cx="5312664" cy="1615440"/>
            <a:chOff x="-635000" y="-635000"/>
            <a:chExt cx="5312664" cy="1615440"/>
          </a:xfrm>
        </p:grpSpPr>
        <p:pic>
          <p:nvPicPr>
            <p:cNvPr id="46" name="Image 1" descr="TEMP_Z_ORDER_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-482600"/>
              <a:ext cx="121920" cy="121920"/>
            </a:xfrm>
            <a:prstGeom prst="rect">
              <a:avLst/>
            </a:prstGeom>
          </p:spPr>
        </p:pic>
        <p:sp>
          <p:nvSpPr>
            <p:cNvPr id="47" name="Text 0" descr="TEMP_Z_ORDER_2"/>
            <p:cNvSpPr/>
            <p:nvPr>
              <p:custDataLst>
                <p:tags r:id="rId25"/>
              </p:custDataLst>
            </p:nvPr>
          </p:nvSpPr>
          <p:spPr>
            <a:xfrm>
              <a:off x="-330200" y="-63500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调度逻辑</a:t>
              </a:r>
              <a:endParaRPr lang="en-US" sz="2160"/>
            </a:p>
          </p:txBody>
        </p:sp>
        <p:sp>
          <p:nvSpPr>
            <p:cNvPr id="48" name="Text 1" descr="TEMP_Z_ORDER_3"/>
            <p:cNvSpPr/>
            <p:nvPr>
              <p:custDataLst>
                <p:tags r:id="rId26"/>
              </p:custDataLst>
            </p:nvPr>
          </p:nvSpPr>
          <p:spPr>
            <a:xfrm>
              <a:off x="-635000" y="-86360"/>
              <a:ext cx="5312664" cy="10247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调度器以「触发 → 处理 → 取出入队 → 选下一个 → 切换 → 通知」为一个闭环，所有路径最终都汇到</a:t>
              </a:r>
              <a:r>
                <a:rPr lang="en-US" sz="1680">
                  <a:solidFill>
                    <a:srgbClr val="0D83B2"/>
                  </a:solidFill>
                  <a:highlight>
                    <a:srgbClr val="FFFFFF">
                      <a:alpha val="10000"/>
                    </a:srgbClr>
                  </a:highlight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__switch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切换上下文，再向远端 CPU 发 IPI 请求重调度。</a:t>
              </a:r>
              <a:endParaRPr lang="en-US" sz="1680"/>
            </a:p>
          </p:txBody>
        </p:sp>
      </p:grpSp>
      <p:grpSp>
        <p:nvGrpSpPr>
          <p:cNvPr id="25" name="组合 24"/>
          <p:cNvGrpSpPr/>
          <p:nvPr>
            <p:custDataLst>
              <p:tags r:id="rId3"/>
            </p:custDataLst>
          </p:nvPr>
        </p:nvGrpSpPr>
        <p:grpSpPr>
          <a:xfrm>
            <a:off x="6278880" y="1219200"/>
            <a:ext cx="5084064" cy="1844040"/>
            <a:chOff x="-635000" y="-635000"/>
            <a:chExt cx="5084064" cy="1832006"/>
          </a:xfrm>
        </p:grpSpPr>
        <p:pic>
          <p:nvPicPr>
            <p:cNvPr id="26" name="Image 2" descr="TEMP_Z_ORDER_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635000" y="-497840"/>
              <a:ext cx="121920" cy="121920"/>
            </a:xfrm>
            <a:prstGeom prst="rect">
              <a:avLst/>
            </a:prstGeom>
          </p:spPr>
        </p:pic>
        <p:sp>
          <p:nvSpPr>
            <p:cNvPr id="27" name="Text 2" descr="TEMP_Z_ORDER_5"/>
            <p:cNvSpPr/>
            <p:nvPr>
              <p:custDataLst>
                <p:tags r:id="rId17"/>
              </p:custDataLst>
            </p:nvPr>
          </p:nvSpPr>
          <p:spPr>
            <a:xfrm>
              <a:off x="-330200" y="-635000"/>
              <a:ext cx="1386919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触发源说明</a:t>
              </a:r>
              <a:endParaRPr lang="en-US" sz="2160"/>
            </a:p>
          </p:txBody>
        </p:sp>
        <p:sp>
          <p:nvSpPr>
            <p:cNvPr id="28" name="Text 3" descr="TEMP_Z_ORDER_6"/>
            <p:cNvSpPr/>
            <p:nvPr>
              <p:custDataLst>
                <p:tags r:id="rId18"/>
              </p:custDataLst>
            </p:nvPr>
          </p:nvSpPr>
          <p:spPr>
            <a:xfrm>
              <a:off x="-635000" y="-40640"/>
              <a:ext cx="64135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✓</a:t>
              </a:r>
              <a:endParaRPr lang="en-US" sz="1680"/>
            </a:p>
          </p:txBody>
        </p:sp>
        <p:sp>
          <p:nvSpPr>
            <p:cNvPr id="29" name="Text 4" descr="TEMP_Z_ORDER_7"/>
            <p:cNvSpPr/>
            <p:nvPr>
              <p:custDataLst>
                <p:tags r:id="rId19"/>
              </p:custDataLst>
            </p:nvPr>
          </p:nvSpPr>
          <p:spPr>
            <a:xfrm>
              <a:off x="-360680" y="-116840"/>
              <a:ext cx="4703064" cy="2867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任务状态变化：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任务主动让出、阻塞、睡眠或退出</a:t>
              </a:r>
              <a:endParaRPr lang="en-US" sz="1680"/>
            </a:p>
          </p:txBody>
        </p:sp>
        <p:sp>
          <p:nvSpPr>
            <p:cNvPr id="30" name="Text 5" descr="TEMP_Z_ORDER_8"/>
            <p:cNvSpPr/>
            <p:nvPr>
              <p:custDataLst>
                <p:tags r:id="rId20"/>
              </p:custDataLst>
            </p:nvPr>
          </p:nvSpPr>
          <p:spPr>
            <a:xfrm>
              <a:off x="-635000" y="416560"/>
              <a:ext cx="64135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✓</a:t>
              </a:r>
              <a:endParaRPr lang="en-US" sz="1680"/>
            </a:p>
          </p:txBody>
        </p:sp>
        <p:sp>
          <p:nvSpPr>
            <p:cNvPr id="31" name="Text 6" descr="TEMP_Z_ORDER_9"/>
            <p:cNvSpPr/>
            <p:nvPr>
              <p:custDataLst>
                <p:tags r:id="rId21"/>
              </p:custDataLst>
            </p:nvPr>
          </p:nvSpPr>
          <p:spPr>
            <a:xfrm>
              <a:off x="-360680" y="340360"/>
              <a:ext cx="3636264" cy="5811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IPI 中断：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远端 CPU 发来的重调度请求</a:t>
              </a:r>
              <a:endParaRPr lang="en-US" sz="1680"/>
            </a:p>
          </p:txBody>
        </p:sp>
        <p:sp>
          <p:nvSpPr>
            <p:cNvPr id="32" name="Text 7" descr="TEMP_Z_ORDER_10"/>
            <p:cNvSpPr/>
            <p:nvPr>
              <p:custDataLst>
                <p:tags r:id="rId22"/>
              </p:custDataLst>
            </p:nvPr>
          </p:nvSpPr>
          <p:spPr>
            <a:xfrm>
              <a:off x="-635000" y="889000"/>
              <a:ext cx="64135" cy="30800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>
                  <a:solidFill>
                    <a:srgbClr val="0D83B2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✓</a:t>
              </a:r>
              <a:endParaRPr lang="en-US" sz="1680"/>
            </a:p>
          </p:txBody>
        </p:sp>
        <p:sp>
          <p:nvSpPr>
            <p:cNvPr id="33" name="Text 8" descr="TEMP_Z_ORDER_11"/>
            <p:cNvSpPr/>
            <p:nvPr>
              <p:custDataLst>
                <p:tags r:id="rId23"/>
              </p:custDataLst>
            </p:nvPr>
          </p:nvSpPr>
          <p:spPr>
            <a:xfrm>
              <a:off x="-360680" y="812800"/>
              <a:ext cx="4809744" cy="5773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TICK 时钟中断：</a:t>
              </a:r>
              <a:r>
                <a:rPr lang="en-US" sz="1680">
                  <a:solidFill>
                    <a:srgbClr val="FFFFFF">
                      <a:alpha val="90000"/>
                    </a:srgbClr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周期性推进 tick，检查是否该切换</a:t>
              </a:r>
              <a:endParaRPr lang="en-US" sz="1680"/>
            </a:p>
          </p:txBody>
        </p:sp>
      </p:grpSp>
      <p:grpSp>
        <p:nvGrpSpPr>
          <p:cNvPr id="34" name="组合 33"/>
          <p:cNvGrpSpPr/>
          <p:nvPr>
            <p:custDataLst>
              <p:tags r:id="rId4"/>
            </p:custDataLst>
          </p:nvPr>
        </p:nvGrpSpPr>
        <p:grpSpPr>
          <a:xfrm>
            <a:off x="609600" y="3322320"/>
            <a:ext cx="10972800" cy="3261360"/>
            <a:chOff x="-635000" y="-635000"/>
            <a:chExt cx="10972800" cy="3261360"/>
          </a:xfrm>
        </p:grpSpPr>
        <p:pic>
          <p:nvPicPr>
            <p:cNvPr id="35" name="Image 3" descr="TEMP_Z_ORDER_1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1"/>
            <a:stretch>
              <a:fillRect/>
            </a:stretch>
          </p:blipFill>
          <p:spPr>
            <a:xfrm>
              <a:off x="-635000" y="-604520"/>
              <a:ext cx="10972800" cy="3200400"/>
            </a:xfrm>
            <a:prstGeom prst="rect">
              <a:avLst/>
            </a:prstGeom>
          </p:spPr>
        </p:pic>
        <p:pic>
          <p:nvPicPr>
            <p:cNvPr id="36" name="Image 4" descr="TEMP_Z_ORDER_1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206131" y="-421640"/>
              <a:ext cx="10115062" cy="2834640"/>
            </a:xfrm>
            <a:prstGeom prst="rect">
              <a:avLst/>
            </a:prstGeom>
          </p:spPr>
        </p:pic>
        <p:pic>
          <p:nvPicPr>
            <p:cNvPr id="37" name="Image 5" descr="TEMP_Z_ORDER_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82880" cy="30480"/>
            </a:xfrm>
            <a:prstGeom prst="rect">
              <a:avLst/>
            </a:prstGeom>
          </p:spPr>
        </p:pic>
        <p:pic>
          <p:nvPicPr>
            <p:cNvPr id="38" name="Image 6" descr="TEMP_Z_ORDER_15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-604520"/>
              <a:ext cx="30480" cy="182880"/>
            </a:xfrm>
            <a:prstGeom prst="rect">
              <a:avLst/>
            </a:prstGeom>
          </p:spPr>
        </p:pic>
        <p:pic>
          <p:nvPicPr>
            <p:cNvPr id="39" name="Image 7" descr="TEMP_Z_ORDER_1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154920" y="-635000"/>
              <a:ext cx="182880" cy="30480"/>
            </a:xfrm>
            <a:prstGeom prst="rect">
              <a:avLst/>
            </a:prstGeom>
          </p:spPr>
        </p:pic>
        <p:pic>
          <p:nvPicPr>
            <p:cNvPr id="40" name="Image 8" descr="TEMP_Z_ORDER_17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0307320" y="-604520"/>
              <a:ext cx="30480" cy="182880"/>
            </a:xfrm>
            <a:prstGeom prst="rect">
              <a:avLst/>
            </a:prstGeom>
          </p:spPr>
        </p:pic>
        <p:pic>
          <p:nvPicPr>
            <p:cNvPr id="41" name="Image 9" descr="TEMP_Z_ORDER_18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635000" y="2413000"/>
              <a:ext cx="30480" cy="182880"/>
            </a:xfrm>
            <a:prstGeom prst="rect">
              <a:avLst/>
            </a:prstGeom>
          </p:spPr>
        </p:pic>
        <p:pic>
          <p:nvPicPr>
            <p:cNvPr id="42" name="Image 10" descr="TEMP_Z_ORDER_19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635000" y="2595880"/>
              <a:ext cx="182880" cy="30480"/>
            </a:xfrm>
            <a:prstGeom prst="rect">
              <a:avLst/>
            </a:prstGeom>
          </p:spPr>
        </p:pic>
        <p:pic>
          <p:nvPicPr>
            <p:cNvPr id="43" name="Image 11" descr="TEMP_Z_ORDER_2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0307320" y="2413000"/>
              <a:ext cx="30480" cy="182880"/>
            </a:xfrm>
            <a:prstGeom prst="rect">
              <a:avLst/>
            </a:prstGeom>
          </p:spPr>
        </p:pic>
        <p:pic>
          <p:nvPicPr>
            <p:cNvPr id="44" name="Image 12" descr="TEMP_Z_ORDER_2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154920" y="2595880"/>
              <a:ext cx="182880" cy="30480"/>
            </a:xfrm>
            <a:prstGeom prst="rect">
              <a:avLst/>
            </a:prstGeom>
          </p:spPr>
        </p:pic>
      </p:grpSp>
      <p:sp>
        <p:nvSpPr>
          <p:cNvPr id="24" name="Text 9"/>
          <p:cNvSpPr/>
          <p:nvPr>
            <p:custDataLst>
              <p:tags r:id="rId5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WaterOS-Task：任务模块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6c0905febbf8d8bad1fc6e40f24f910c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3">
            <a:alphaModFix amt="30000"/>
          </a:blip>
          <a:stretch>
            <a:fillRect/>
          </a:stretch>
        </p:blipFill>
        <p:spPr>
          <a:xfrm>
            <a:off x="7620000" y="0"/>
            <a:ext cx="4572000" cy="4572000"/>
          </a:xfrm>
          <a:prstGeom prst="rect">
            <a:avLst/>
          </a:prstGeom>
        </p:spPr>
      </p:pic>
      <p:pic>
        <p:nvPicPr>
          <p:cNvPr id="4" name="Image 2" descr="https://test.web.static.jianzeppt.com/ppt-temp-img3/029a9abdd482ebb65e5735942549cf09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4">
            <a:alphaModFix amt="20000"/>
          </a:blip>
          <a:stretch>
            <a:fillRect/>
          </a:stretch>
        </p:blipFill>
        <p:spPr>
          <a:xfrm>
            <a:off x="0" y="3810000"/>
            <a:ext cx="3048000" cy="3048000"/>
          </a:xfrm>
          <a:prstGeom prst="rect">
            <a:avLst/>
          </a:prstGeom>
        </p:spPr>
      </p:pic>
      <p:grpSp>
        <p:nvGrpSpPr>
          <p:cNvPr id="35" name="组合 34"/>
          <p:cNvGrpSpPr/>
          <p:nvPr>
            <p:custDataLst>
              <p:tags r:id="rId4"/>
            </p:custDataLst>
          </p:nvPr>
        </p:nvGrpSpPr>
        <p:grpSpPr>
          <a:xfrm>
            <a:off x="609600" y="1371600"/>
            <a:ext cx="4724400" cy="1386840"/>
            <a:chOff x="-635000" y="-635000"/>
            <a:chExt cx="4724400" cy="1386840"/>
          </a:xfrm>
        </p:grpSpPr>
        <p:pic>
          <p:nvPicPr>
            <p:cNvPr id="36" name="Image 3" descr="TEMP_Z_ORDER_3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724400" cy="1386840"/>
            </a:xfrm>
            <a:prstGeom prst="rect">
              <a:avLst/>
            </a:prstGeom>
          </p:spPr>
        </p:pic>
        <p:sp>
          <p:nvSpPr>
            <p:cNvPr id="37" name="Text 0" descr="TEMP_Z_ORDER_4"/>
            <p:cNvSpPr/>
            <p:nvPr>
              <p:custDataLst>
                <p:tags r:id="rId29"/>
              </p:custDataLst>
            </p:nvPr>
          </p:nvSpPr>
          <p:spPr>
            <a:xfrm>
              <a:off x="-391160" y="-452120"/>
              <a:ext cx="4306824" cy="10248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dirty="0">
                  <a:solidFill>
                    <a:srgbClr val="FFFFFF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IPC </a:t>
              </a:r>
              <a:r>
                <a:rPr lang="en-US" sz="1680" dirty="0" err="1">
                  <a:solidFill>
                    <a:srgbClr val="FFFFFF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让隔离的进程能交换数据、同步进度。统一挂到</a:t>
              </a:r>
              <a:r>
                <a:rPr lang="en-US" sz="1680" dirty="0">
                  <a:solidFill>
                    <a:srgbClr val="FFFFFF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FFFFF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ipc-waitqueue</a:t>
              </a:r>
              <a:r>
                <a:rPr lang="en-US" sz="1680" dirty="0">
                  <a:solidFill>
                    <a:srgbClr val="FFFFFF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FFFFF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上，由调度器完成阻塞唤醒</a:t>
              </a:r>
              <a:r>
                <a:rPr lang="en-US" sz="1680" dirty="0">
                  <a:solidFill>
                    <a:srgbClr val="FFFFFF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680" dirty="0"/>
            </a:p>
          </p:txBody>
        </p:sp>
      </p:grpSp>
      <p:grpSp>
        <p:nvGrpSpPr>
          <p:cNvPr id="38" name="组合 37"/>
          <p:cNvGrpSpPr/>
          <p:nvPr>
            <p:custDataLst>
              <p:tags r:id="rId5"/>
            </p:custDataLst>
          </p:nvPr>
        </p:nvGrpSpPr>
        <p:grpSpPr>
          <a:xfrm>
            <a:off x="609600" y="3032760"/>
            <a:ext cx="4657344" cy="297180"/>
            <a:chOff x="-635000" y="-635000"/>
            <a:chExt cx="4657344" cy="297180"/>
          </a:xfrm>
        </p:grpSpPr>
        <p:pic>
          <p:nvPicPr>
            <p:cNvPr id="39" name="Image 4" descr="TEMP_Z_ORDER_5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91440" cy="91440"/>
            </a:xfrm>
            <a:prstGeom prst="rect">
              <a:avLst/>
            </a:prstGeom>
          </p:spPr>
        </p:pic>
        <p:sp>
          <p:nvSpPr>
            <p:cNvPr id="40" name="Text 1" descr="TEMP_Z_ORDER_6"/>
            <p:cNvSpPr/>
            <p:nvPr>
              <p:custDataLst>
                <p:tags r:id="rId27"/>
              </p:custDataLst>
            </p:nvPr>
          </p:nvSpPr>
          <p:spPr>
            <a:xfrm>
              <a:off x="-421640" y="-635000"/>
              <a:ext cx="4443984" cy="5401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66C2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Signal：</a:t>
              </a:r>
              <a:r>
                <a:rPr lang="en-US" sz="144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异步通知，维护pending/mask/disposition</a:t>
              </a:r>
              <a:endParaRPr lang="en-US" sz="1680"/>
            </a:p>
          </p:txBody>
        </p:sp>
      </p:grpSp>
      <p:grpSp>
        <p:nvGrpSpPr>
          <p:cNvPr id="41" name="组合 40"/>
          <p:cNvGrpSpPr/>
          <p:nvPr>
            <p:custDataLst>
              <p:tags r:id="rId6"/>
            </p:custDataLst>
          </p:nvPr>
        </p:nvGrpSpPr>
        <p:grpSpPr>
          <a:xfrm>
            <a:off x="609600" y="3520440"/>
            <a:ext cx="4733544" cy="594360"/>
            <a:chOff x="-635000" y="-635000"/>
            <a:chExt cx="4733544" cy="594360"/>
          </a:xfrm>
        </p:grpSpPr>
        <p:pic>
          <p:nvPicPr>
            <p:cNvPr id="42" name="Image 5" descr="TEMP_Z_ORDER_7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91440" cy="91440"/>
            </a:xfrm>
            <a:prstGeom prst="rect">
              <a:avLst/>
            </a:prstGeom>
          </p:spPr>
        </p:pic>
        <p:sp>
          <p:nvSpPr>
            <p:cNvPr id="43" name="Text 2" descr="TEMP_Z_ORDER_8"/>
            <p:cNvSpPr/>
            <p:nvPr>
              <p:custDataLst>
                <p:tags r:id="rId25"/>
              </p:custDataLst>
            </p:nvPr>
          </p:nvSpPr>
          <p:spPr>
            <a:xfrm>
              <a:off x="-421640" y="-635000"/>
              <a:ext cx="4520184" cy="5401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66C2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Futex：</a:t>
              </a:r>
              <a:r>
                <a:rPr lang="en-US" sz="144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用户态锁阻塞与唤醒，支持wait/wake/requeue</a:t>
              </a:r>
              <a:endParaRPr lang="en-US" sz="1680"/>
            </a:p>
          </p:txBody>
        </p:sp>
      </p:grpSp>
      <p:grpSp>
        <p:nvGrpSpPr>
          <p:cNvPr id="44" name="组合 43"/>
          <p:cNvGrpSpPr/>
          <p:nvPr>
            <p:custDataLst>
              <p:tags r:id="rId7"/>
            </p:custDataLst>
          </p:nvPr>
        </p:nvGrpSpPr>
        <p:grpSpPr>
          <a:xfrm>
            <a:off x="609600" y="4328160"/>
            <a:ext cx="4002024" cy="297180"/>
            <a:chOff x="-635000" y="-635000"/>
            <a:chExt cx="4002024" cy="297180"/>
          </a:xfrm>
        </p:grpSpPr>
        <p:pic>
          <p:nvPicPr>
            <p:cNvPr id="45" name="Image 6" descr="TEMP_Z_ORDER_9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91440" cy="91440"/>
            </a:xfrm>
            <a:prstGeom prst="rect">
              <a:avLst/>
            </a:prstGeom>
          </p:spPr>
        </p:pic>
        <p:sp>
          <p:nvSpPr>
            <p:cNvPr id="46" name="Text 3" descr="TEMP_Z_ORDER_10"/>
            <p:cNvSpPr/>
            <p:nvPr>
              <p:custDataLst>
                <p:tags r:id="rId23"/>
              </p:custDataLst>
            </p:nvPr>
          </p:nvSpPr>
          <p:spPr>
            <a:xfrm>
              <a:off x="-421640" y="-635000"/>
              <a:ext cx="3788664" cy="286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66C2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Eventfd：</a:t>
              </a:r>
              <a:r>
                <a:rPr lang="en-US" sz="144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事件计数，读清零，用于通知唤醒</a:t>
              </a:r>
              <a:endParaRPr lang="en-US" sz="1680"/>
            </a:p>
          </p:txBody>
        </p:sp>
      </p:grpSp>
      <p:grpSp>
        <p:nvGrpSpPr>
          <p:cNvPr id="23" name="组合 22"/>
          <p:cNvGrpSpPr/>
          <p:nvPr>
            <p:custDataLst>
              <p:tags r:id="rId8"/>
            </p:custDataLst>
          </p:nvPr>
        </p:nvGrpSpPr>
        <p:grpSpPr>
          <a:xfrm>
            <a:off x="609600" y="4800600"/>
            <a:ext cx="2767584" cy="297180"/>
            <a:chOff x="-635000" y="-635000"/>
            <a:chExt cx="2767584" cy="297180"/>
          </a:xfrm>
        </p:grpSpPr>
        <p:pic>
          <p:nvPicPr>
            <p:cNvPr id="24" name="Image 7" descr="TEMP_Z_ORDER_11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91440" cy="91440"/>
            </a:xfrm>
            <a:prstGeom prst="rect">
              <a:avLst/>
            </a:prstGeom>
          </p:spPr>
        </p:pic>
        <p:sp>
          <p:nvSpPr>
            <p:cNvPr id="25" name="Text 4" descr="TEMP_Z_ORDER_12"/>
            <p:cNvSpPr/>
            <p:nvPr>
              <p:custDataLst>
                <p:tags r:id="rId21"/>
              </p:custDataLst>
            </p:nvPr>
          </p:nvSpPr>
          <p:spPr>
            <a:xfrm>
              <a:off x="-421640" y="-635000"/>
              <a:ext cx="2554224" cy="2866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66C2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Pipe：</a:t>
              </a:r>
              <a:r>
                <a:rPr lang="en-US" sz="144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字节流传输，单向通信</a:t>
              </a:r>
              <a:endParaRPr lang="en-US" sz="1680"/>
            </a:p>
          </p:txBody>
        </p: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609600" y="5288280"/>
            <a:ext cx="2630424" cy="297180"/>
            <a:chOff x="-635000" y="-635000"/>
            <a:chExt cx="2630424" cy="297180"/>
          </a:xfrm>
        </p:grpSpPr>
        <p:pic>
          <p:nvPicPr>
            <p:cNvPr id="27" name="Image 8" descr="TEMP_Z_ORDER_13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91440" cy="91440"/>
            </a:xfrm>
            <a:prstGeom prst="rect">
              <a:avLst/>
            </a:prstGeom>
          </p:spPr>
        </p:pic>
        <p:sp>
          <p:nvSpPr>
            <p:cNvPr id="28" name="Text 5" descr="TEMP_Z_ORDER_14"/>
            <p:cNvSpPr/>
            <p:nvPr>
              <p:custDataLst>
                <p:tags r:id="rId19"/>
              </p:custDataLst>
            </p:nvPr>
          </p:nvSpPr>
          <p:spPr>
            <a:xfrm>
              <a:off x="-421640" y="-635000"/>
              <a:ext cx="2417064" cy="2867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66C2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消息队列：</a:t>
              </a:r>
              <a:r>
                <a:rPr lang="en-US" sz="144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有边界消息收发</a:t>
              </a:r>
              <a:endParaRPr lang="en-US" sz="1680"/>
            </a:p>
          </p:txBody>
        </p:sp>
      </p:grpSp>
      <p:grpSp>
        <p:nvGrpSpPr>
          <p:cNvPr id="29" name="组合 28"/>
          <p:cNvGrpSpPr/>
          <p:nvPr>
            <p:custDataLst>
              <p:tags r:id="rId10"/>
            </p:custDataLst>
          </p:nvPr>
        </p:nvGrpSpPr>
        <p:grpSpPr>
          <a:xfrm>
            <a:off x="609600" y="5775960"/>
            <a:ext cx="3544824" cy="297180"/>
            <a:chOff x="-635000" y="-635000"/>
            <a:chExt cx="3544824" cy="297180"/>
          </a:xfrm>
        </p:grpSpPr>
        <p:pic>
          <p:nvPicPr>
            <p:cNvPr id="30" name="Image 9" descr="TEMP_Z_ORDER_1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91440" cy="91440"/>
            </a:xfrm>
            <a:prstGeom prst="rect">
              <a:avLst/>
            </a:prstGeom>
          </p:spPr>
        </p:pic>
        <p:sp>
          <p:nvSpPr>
            <p:cNvPr id="31" name="Text 6" descr="TEMP_Z_ORDER_16"/>
            <p:cNvSpPr/>
            <p:nvPr>
              <p:custDataLst>
                <p:tags r:id="rId17"/>
              </p:custDataLst>
            </p:nvPr>
          </p:nvSpPr>
          <p:spPr>
            <a:xfrm>
              <a:off x="-421640" y="-635000"/>
              <a:ext cx="3331464" cy="2867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66C2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共享内存：</a:t>
              </a:r>
              <a:r>
                <a:rPr lang="en-US" sz="144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物理帧映射进双方地址空间</a:t>
              </a:r>
              <a:endParaRPr lang="en-US" sz="1680"/>
            </a:p>
          </p:txBody>
        </p:sp>
      </p:grpSp>
      <p:grpSp>
        <p:nvGrpSpPr>
          <p:cNvPr id="32" name="组合 31"/>
          <p:cNvGrpSpPr/>
          <p:nvPr>
            <p:custDataLst>
              <p:tags r:id="rId11"/>
            </p:custDataLst>
          </p:nvPr>
        </p:nvGrpSpPr>
        <p:grpSpPr>
          <a:xfrm>
            <a:off x="609600" y="6248400"/>
            <a:ext cx="2599944" cy="297180"/>
            <a:chOff x="-635000" y="-635000"/>
            <a:chExt cx="2599944" cy="297180"/>
          </a:xfrm>
        </p:grpSpPr>
        <p:pic>
          <p:nvPicPr>
            <p:cNvPr id="33" name="Image 10" descr="TEMP_Z_ORDER_1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-635000" y="-574040"/>
              <a:ext cx="91440" cy="91440"/>
            </a:xfrm>
            <a:prstGeom prst="rect">
              <a:avLst/>
            </a:prstGeom>
          </p:spPr>
        </p:pic>
        <p:sp>
          <p:nvSpPr>
            <p:cNvPr id="34" name="Text 7" descr="TEMP_Z_ORDER_18"/>
            <p:cNvSpPr/>
            <p:nvPr>
              <p:custDataLst>
                <p:tags r:id="rId15"/>
              </p:custDataLst>
            </p:nvPr>
          </p:nvSpPr>
          <p:spPr>
            <a:xfrm>
              <a:off x="-421640" y="-635000"/>
              <a:ext cx="2386584" cy="2867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15000"/>
                </a:lnSpc>
                <a:buNone/>
              </a:pPr>
              <a:r>
                <a:rPr lang="en-US" sz="1680">
                  <a:solidFill>
                    <a:srgbClr val="66C2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信号量：</a:t>
              </a:r>
              <a:r>
                <a:rPr lang="en-US" sz="144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进程间同步与互斥</a:t>
              </a:r>
              <a:endParaRPr lang="en-US" sz="1680"/>
            </a:p>
          </p:txBody>
        </p:sp>
      </p:grpSp>
      <p:pic>
        <p:nvPicPr>
          <p:cNvPr id="21" name="Image 11" descr="https://oss.jianzeppt.com/userPic/15830581/170863ea848f097be2de95c95e974086.png?x-oss-process=image/resize,w_1440,h_800,m_lfit/format,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5846860" y="1371600"/>
            <a:ext cx="5725600" cy="5181600"/>
          </a:xfrm>
          <a:prstGeom prst="rect">
            <a:avLst/>
          </a:prstGeom>
        </p:spPr>
      </p:pic>
      <p:sp>
        <p:nvSpPr>
          <p:cNvPr id="22" name="Text 8"/>
          <p:cNvSpPr/>
          <p:nvPr>
            <p:custDataLst>
              <p:tags r:id="rId13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WaterOS-IPC：进程通信模块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25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2"/>
            </p:custDataLst>
          </p:nvPr>
        </p:nvGrpSpPr>
        <p:grpSpPr>
          <a:xfrm>
            <a:off x="609600" y="1554480"/>
            <a:ext cx="4779264" cy="1292066"/>
            <a:chOff x="-635000" y="-635000"/>
            <a:chExt cx="4779264" cy="1292066"/>
          </a:xfrm>
        </p:grpSpPr>
        <p:pic>
          <p:nvPicPr>
            <p:cNvPr id="23" name="Image 1" descr="TEMP_Z_ORDER_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87680" cy="487680"/>
            </a:xfrm>
            <a:prstGeom prst="rect">
              <a:avLst/>
            </a:prstGeom>
          </p:spPr>
        </p:pic>
        <p:sp>
          <p:nvSpPr>
            <p:cNvPr id="24" name="Text 0" descr="TEMP_Z_ORDER_2"/>
            <p:cNvSpPr/>
            <p:nvPr>
              <p:custDataLst>
                <p:tags r:id="rId16"/>
              </p:custDataLst>
            </p:nvPr>
          </p:nvSpPr>
          <p:spPr>
            <a:xfrm>
              <a:off x="-550529" y="-568385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01</a:t>
              </a:r>
              <a:endParaRPr lang="en-US" sz="1920"/>
            </a:p>
          </p:txBody>
        </p:sp>
        <p:sp>
          <p:nvSpPr>
            <p:cNvPr id="25" name="Text 1" descr="TEMP_Z_ORDER_3"/>
            <p:cNvSpPr/>
            <p:nvPr>
              <p:custDataLst>
                <p:tags r:id="rId17"/>
              </p:custDataLst>
            </p:nvPr>
          </p:nvSpPr>
          <p:spPr>
            <a:xfrm>
              <a:off x="35560" y="-604520"/>
              <a:ext cx="1571884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SocketRef</a:t>
              </a:r>
              <a:endParaRPr lang="en-US" sz="2160"/>
            </a:p>
          </p:txBody>
        </p:sp>
        <p:sp>
          <p:nvSpPr>
            <p:cNvPr id="26" name="Text 2" descr="TEMP_Z_ORDER_4"/>
            <p:cNvSpPr/>
            <p:nvPr>
              <p:custDataLst>
                <p:tags r:id="rId18"/>
              </p:custDataLst>
            </p:nvPr>
          </p:nvSpPr>
          <p:spPr>
            <a:xfrm>
              <a:off x="35560" y="-25400"/>
              <a:ext cx="4108704" cy="66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333"/>
                </a:lnSpc>
                <a:buNone/>
              </a:pPr>
              <a:r>
                <a:rPr lang="en-US" sz="1680">
                  <a:solidFill>
                    <a:srgbClr val="E0E0E0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封装底层协议栈句柄，统一接口；接入 VFS 的 FD 表复用读写接口。</a:t>
              </a:r>
              <a:endParaRPr lang="en-US" sz="1680"/>
            </a:p>
          </p:txBody>
        </p:sp>
      </p:grpSp>
      <p:grpSp>
        <p:nvGrpSpPr>
          <p:cNvPr id="27" name="组合 26"/>
          <p:cNvGrpSpPr/>
          <p:nvPr>
            <p:custDataLst>
              <p:tags r:id="rId3"/>
            </p:custDataLst>
          </p:nvPr>
        </p:nvGrpSpPr>
        <p:grpSpPr>
          <a:xfrm>
            <a:off x="609600" y="3139440"/>
            <a:ext cx="4779264" cy="1633299"/>
            <a:chOff x="-635000" y="-635000"/>
            <a:chExt cx="4779264" cy="1633299"/>
          </a:xfrm>
        </p:grpSpPr>
        <p:pic>
          <p:nvPicPr>
            <p:cNvPr id="28" name="Image 2" descr="TEMP_Z_ORDER_5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87680" cy="487680"/>
            </a:xfrm>
            <a:prstGeom prst="rect">
              <a:avLst/>
            </a:prstGeom>
          </p:spPr>
        </p:pic>
        <p:sp>
          <p:nvSpPr>
            <p:cNvPr id="29" name="Text 3" descr="TEMP_Z_ORDER_6"/>
            <p:cNvSpPr/>
            <p:nvPr>
              <p:custDataLst>
                <p:tags r:id="rId12"/>
              </p:custDataLst>
            </p:nvPr>
          </p:nvSpPr>
          <p:spPr>
            <a:xfrm>
              <a:off x="-550529" y="-568384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02</a:t>
              </a:r>
              <a:endParaRPr lang="en-US" sz="1920"/>
            </a:p>
          </p:txBody>
        </p:sp>
        <p:sp>
          <p:nvSpPr>
            <p:cNvPr id="30" name="Text 4" descr="TEMP_Z_ORDER_7"/>
            <p:cNvSpPr/>
            <p:nvPr>
              <p:custDataLst>
                <p:tags r:id="rId13"/>
              </p:custDataLst>
            </p:nvPr>
          </p:nvSpPr>
          <p:spPr>
            <a:xfrm>
              <a:off x="35560" y="-589280"/>
              <a:ext cx="1386919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网络栈实现</a:t>
              </a:r>
              <a:endParaRPr lang="en-US" sz="2160"/>
            </a:p>
          </p:txBody>
        </p:sp>
        <p:sp>
          <p:nvSpPr>
            <p:cNvPr id="31" name="Text 5" descr="TEMP_Z_ORDER_8"/>
            <p:cNvSpPr/>
            <p:nvPr>
              <p:custDataLst>
                <p:tags r:id="rId14"/>
              </p:custDataLst>
            </p:nvPr>
          </p:nvSpPr>
          <p:spPr>
            <a:xfrm>
              <a:off x="35560" y="-25400"/>
              <a:ext cx="4108704" cy="10068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333"/>
                </a:lnSpc>
                <a:buNone/>
              </a:pPr>
              <a:r>
                <a:rPr lang="en-US" sz="1680">
                  <a:solidFill>
                    <a:srgbClr val="E0E0E0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基于 smoltcp 提供 TCP/UDP；NetworkStack 维护连接状态和 Linux Socket 语义。</a:t>
              </a:r>
              <a:endParaRPr lang="en-US" sz="1680"/>
            </a:p>
          </p:txBody>
        </p:sp>
      </p:grpSp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609600" y="5090160"/>
            <a:ext cx="4779264" cy="1243489"/>
            <a:chOff x="-635000" y="-635000"/>
            <a:chExt cx="4779264" cy="1243489"/>
          </a:xfrm>
        </p:grpSpPr>
        <p:pic>
          <p:nvPicPr>
            <p:cNvPr id="18" name="Image 3" descr="TEMP_Z_ORDER_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87680" cy="487680"/>
            </a:xfrm>
            <a:prstGeom prst="rect">
              <a:avLst/>
            </a:prstGeom>
          </p:spPr>
        </p:pic>
        <p:sp>
          <p:nvSpPr>
            <p:cNvPr id="19" name="Text 6" descr="TEMP_Z_ORDER_10"/>
            <p:cNvSpPr/>
            <p:nvPr>
              <p:custDataLst>
                <p:tags r:id="rId8"/>
              </p:custDataLst>
            </p:nvPr>
          </p:nvSpPr>
          <p:spPr>
            <a:xfrm>
              <a:off x="-550529" y="-568384"/>
              <a:ext cx="343122" cy="35444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03</a:t>
              </a:r>
              <a:endParaRPr lang="en-US" sz="1920"/>
            </a:p>
          </p:txBody>
        </p:sp>
        <p:sp>
          <p:nvSpPr>
            <p:cNvPr id="20" name="Text 7" descr="TEMP_Z_ORDER_11"/>
            <p:cNvSpPr/>
            <p:nvPr>
              <p:custDataLst>
                <p:tags r:id="rId9"/>
              </p:custDataLst>
            </p:nvPr>
          </p:nvSpPr>
          <p:spPr>
            <a:xfrm>
              <a:off x="35560" y="-604520"/>
              <a:ext cx="1109535" cy="28820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设备抽象</a:t>
              </a:r>
              <a:endParaRPr lang="en-US" sz="2160"/>
            </a:p>
          </p:txBody>
        </p:sp>
        <p:sp>
          <p:nvSpPr>
            <p:cNvPr id="21" name="Text 8" descr="TEMP_Z_ORDER_12"/>
            <p:cNvSpPr/>
            <p:nvPr>
              <p:custDataLst>
                <p:tags r:id="rId10"/>
              </p:custDataLst>
            </p:nvPr>
          </p:nvSpPr>
          <p:spPr>
            <a:xfrm>
              <a:off x="35560" y="-25400"/>
              <a:ext cx="4108704" cy="61792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333"/>
                </a:lnSpc>
                <a:buNone/>
              </a:pPr>
              <a:r>
                <a:rPr lang="en-US" sz="1560">
                  <a:solidFill>
                    <a:srgbClr val="E0E0E0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通过 NetworkDevice trait 统一接入 VirtIO-Net MMIO 与 PCI 网卡，解耦驱动。</a:t>
              </a:r>
              <a:endParaRPr lang="en-US" sz="1560"/>
            </a:p>
          </p:txBody>
        </p:sp>
      </p:grpSp>
      <p:pic>
        <p:nvPicPr>
          <p:cNvPr id="15" name="Image 4" descr="https://oss.jianzeppt.com/userPic/15830581/70aa9a473121530b80cb3772d7687033.png?x-oss-process=image/resize,w_1440,h_800,m_lfit/format,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5873056" y="1539240"/>
            <a:ext cx="5718928" cy="486156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6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WaterOS-Network：网络模块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10" name="组合 9"/>
          <p:cNvGrpSpPr/>
          <p:nvPr>
            <p:custDataLst>
              <p:tags r:id="rId2"/>
            </p:custDataLst>
          </p:nvPr>
        </p:nvGrpSpPr>
        <p:grpSpPr>
          <a:xfrm>
            <a:off x="609602" y="914400"/>
            <a:ext cx="4814523" cy="5181600"/>
            <a:chOff x="-635000" y="-635000"/>
            <a:chExt cx="4814523" cy="5181600"/>
          </a:xfrm>
        </p:grpSpPr>
        <p:pic>
          <p:nvPicPr>
            <p:cNvPr id="11" name="Image 1" descr="TEMP_Z_ORDER_1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60960" cy="243840"/>
            </a:xfrm>
            <a:prstGeom prst="rect">
              <a:avLst/>
            </a:prstGeom>
          </p:spPr>
        </p:pic>
        <p:sp>
          <p:nvSpPr>
            <p:cNvPr id="12" name="Text 0" descr="TEMP_Z_ORDER_2"/>
            <p:cNvSpPr/>
            <p:nvPr>
              <p:custDataLst>
                <p:tags r:id="rId9"/>
              </p:custDataLst>
            </p:nvPr>
          </p:nvSpPr>
          <p:spPr>
            <a:xfrm>
              <a:off x="-452120" y="-635000"/>
              <a:ext cx="1354852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Driver架构</a:t>
              </a:r>
              <a:endParaRPr lang="en-US" sz="1920"/>
            </a:p>
          </p:txBody>
        </p:sp>
        <p:pic>
          <p:nvPicPr>
            <p:cNvPr id="13" name="Image 2" descr="TEMP_Z_ORDER_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-146004" y="-40640"/>
              <a:ext cx="4325527" cy="4587240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>
            <p:custDataLst>
              <p:tags r:id="rId3"/>
            </p:custDataLst>
          </p:nvPr>
        </p:nvGrpSpPr>
        <p:grpSpPr>
          <a:xfrm>
            <a:off x="6278879" y="914400"/>
            <a:ext cx="4814523" cy="5181600"/>
            <a:chOff x="-635000" y="-635000"/>
            <a:chExt cx="4814523" cy="5181600"/>
          </a:xfrm>
        </p:grpSpPr>
        <p:pic>
          <p:nvPicPr>
            <p:cNvPr id="15" name="Image 3" descr="TEMP_Z_ORDER_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635000" y="-543560"/>
              <a:ext cx="60960" cy="243840"/>
            </a:xfrm>
            <a:prstGeom prst="rect">
              <a:avLst/>
            </a:prstGeom>
          </p:spPr>
        </p:pic>
        <p:sp>
          <p:nvSpPr>
            <p:cNvPr id="16" name="Text 1" descr="TEMP_Z_ORDER_5"/>
            <p:cNvSpPr/>
            <p:nvPr>
              <p:custDataLst>
                <p:tags r:id="rId6"/>
              </p:custDataLst>
            </p:nvPr>
          </p:nvSpPr>
          <p:spPr>
            <a:xfrm>
              <a:off x="-452120" y="-635000"/>
              <a:ext cx="1699577" cy="25625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192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Platform架构</a:t>
              </a:r>
              <a:endParaRPr lang="en-US" sz="1920"/>
            </a:p>
          </p:txBody>
        </p:sp>
        <p:pic>
          <p:nvPicPr>
            <p:cNvPr id="17" name="Image 4" descr="TEMP_Z_ORDER_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-146004" y="-40640"/>
              <a:ext cx="4325527" cy="4587240"/>
            </a:xfrm>
            <a:prstGeom prst="rect">
              <a:avLst/>
            </a:prstGeom>
          </p:spPr>
        </p:pic>
      </p:grpSp>
      <p:sp>
        <p:nvSpPr>
          <p:cNvPr id="9" name="Text 2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WaterOS</a:t>
            </a:r>
            <a:r>
              <a:rPr lang="en-US" sz="2760" b="1" dirty="0">
                <a:solidFill>
                  <a:schemeClr val="bg1"/>
                </a:solidFill>
              </a:rPr>
              <a:t>-Driver/</a:t>
            </a:r>
            <a:r>
              <a:rPr lang="en-US" sz="2760" b="1" dirty="0" err="1">
                <a:solidFill>
                  <a:schemeClr val="bg1"/>
                </a:solidFill>
              </a:rPr>
              <a:t>Platform：驱动</a:t>
            </a:r>
            <a:r>
              <a:rPr lang="en-US" sz="2760" b="1" dirty="0">
                <a:solidFill>
                  <a:schemeClr val="bg1"/>
                </a:solidFill>
              </a:rPr>
              <a:t>/</a:t>
            </a:r>
            <a:r>
              <a:rPr lang="en-US" sz="2760" b="1" dirty="0" err="1">
                <a:solidFill>
                  <a:schemeClr val="bg1"/>
                </a:solidFill>
              </a:rPr>
              <a:t>平台模块</a:t>
            </a:r>
            <a:endParaRPr lang="en-US" sz="276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74645B-A556-0DFE-6421-36F7B599AA79}"/>
              </a:ext>
            </a:extLst>
          </p:cNvPr>
          <p:cNvSpPr txBox="1"/>
          <p:nvPr/>
        </p:nvSpPr>
        <p:spPr>
          <a:xfrm>
            <a:off x="914400" y="6196031"/>
            <a:ext cx="4693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bg1"/>
                </a:solidFill>
              </a:rPr>
              <a:t>统一块设备、字符设备、显示、输入与网络设备接口，降低内核上层对具体硬件的依赖。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1B6D62-48B0-FDFC-FD93-44B6681C3936}"/>
              </a:ext>
            </a:extLst>
          </p:cNvPr>
          <p:cNvSpPr txBox="1"/>
          <p:nvPr/>
        </p:nvSpPr>
        <p:spPr>
          <a:xfrm>
            <a:off x="6661372" y="6196030"/>
            <a:ext cx="4398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bg1"/>
                </a:solidFill>
              </a:rPr>
              <a:t>抽象启动、时钟、中断、SMP 与内存等平台能力，为内核提供统一调用入口。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753934a1ef6ed0c08a7dddf427104d5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70e4568da0c9463d7add1fdd7ba42507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-5498465" y="-738505"/>
            <a:ext cx="15725139" cy="816356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433705" y="1400176"/>
            <a:ext cx="12174632" cy="5799773"/>
            <a:chOff x="-635000" y="-635000"/>
            <a:chExt cx="12174633" cy="5799773"/>
          </a:xfrm>
        </p:grpSpPr>
        <p:sp>
          <p:nvSpPr>
            <p:cNvPr id="10" name="Text 0" descr="TEMP_Z_ORDER_2"/>
            <p:cNvSpPr/>
            <p:nvPr>
              <p:custDataLst>
                <p:tags r:id="rId4"/>
              </p:custDataLst>
            </p:nvPr>
          </p:nvSpPr>
          <p:spPr>
            <a:xfrm>
              <a:off x="4341495" y="932159"/>
              <a:ext cx="7198138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6000" b="1" dirty="0" err="1">
                  <a:solidFill>
                    <a:srgbClr val="FFFFFF"/>
                  </a:solidFill>
                </a:rPr>
                <a:t>借鉴与增量工作</a:t>
              </a:r>
              <a:endParaRPr lang="en-US" sz="6000" dirty="0"/>
            </a:p>
          </p:txBody>
        </p:sp>
        <p:pic>
          <p:nvPicPr>
            <p:cNvPr id="11" name="Image 2" descr="TEMP_Z_ORDER_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55905" y="-635000"/>
              <a:ext cx="4404360" cy="4057648"/>
            </a:xfrm>
            <a:prstGeom prst="rect">
              <a:avLst/>
            </a:prstGeom>
          </p:spPr>
        </p:pic>
        <p:pic>
          <p:nvPicPr>
            <p:cNvPr id="12" name="Image 3" descr="TEMP_Z_ORDER_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-451485"/>
              <a:ext cx="4404360" cy="4057647"/>
            </a:xfrm>
            <a:prstGeom prst="rect">
              <a:avLst/>
            </a:prstGeom>
          </p:spPr>
        </p:pic>
        <p:sp>
          <p:nvSpPr>
            <p:cNvPr id="13" name="Text 1" descr="TEMP_Z_ORDER_5"/>
            <p:cNvSpPr/>
            <p:nvPr>
              <p:custDataLst>
                <p:tags r:id="rId7"/>
              </p:custDataLst>
            </p:nvPr>
          </p:nvSpPr>
          <p:spPr>
            <a:xfrm>
              <a:off x="560534" y="117285"/>
              <a:ext cx="2401529" cy="50474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560">
                  <a:solidFill>
                    <a:srgbClr val="FFFFFF"/>
                  </a:solidFill>
                </a:rPr>
                <a:t>04</a:t>
              </a:r>
              <a:endParaRPr lang="en-US" sz="165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25" name="组合 24"/>
          <p:cNvGrpSpPr/>
          <p:nvPr>
            <p:custDataLst>
              <p:tags r:id="rId2"/>
            </p:custDataLst>
          </p:nvPr>
        </p:nvGrpSpPr>
        <p:grpSpPr>
          <a:xfrm>
            <a:off x="609600" y="1371600"/>
            <a:ext cx="10972800" cy="2453121"/>
            <a:chOff x="-635000" y="-635000"/>
            <a:chExt cx="10972800" cy="2438400"/>
          </a:xfrm>
        </p:grpSpPr>
        <p:pic>
          <p:nvPicPr>
            <p:cNvPr id="26" name="Image 1" descr="TEMP_Z_ORDER_1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438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27" name="Image 2" descr="TEMP_Z_ORDER_2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314960" y="-254000"/>
              <a:ext cx="91440" cy="304800"/>
            </a:xfrm>
            <a:prstGeom prst="rect">
              <a:avLst/>
            </a:prstGeom>
          </p:spPr>
        </p:pic>
        <p:sp>
          <p:nvSpPr>
            <p:cNvPr id="28" name="Text 0" descr="TEMP_Z_ORDER_3"/>
            <p:cNvSpPr/>
            <p:nvPr>
              <p:custDataLst>
                <p:tags r:id="rId16"/>
              </p:custDataLst>
            </p:nvPr>
          </p:nvSpPr>
          <p:spPr>
            <a:xfrm>
              <a:off x="-40640" y="-314960"/>
              <a:ext cx="2519729" cy="26150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040" b="1" kern="0" spc="72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借鉴</a:t>
              </a:r>
              <a:r>
                <a:rPr lang="en-US" sz="2040" b="1" kern="0" spc="72" dirty="0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 Linux </a:t>
              </a:r>
              <a:r>
                <a:rPr lang="en-US" sz="2040" b="1" kern="0" spc="72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核心机制</a:t>
              </a:r>
              <a:endParaRPr lang="en-US" sz="2040" dirty="0"/>
            </a:p>
          </p:txBody>
        </p:sp>
        <p:pic>
          <p:nvPicPr>
            <p:cNvPr id="29" name="Image 3" descr="TEMP_Z_ORDER_4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-314960" y="340360"/>
              <a:ext cx="1798320" cy="441960"/>
            </a:xfrm>
            <a:prstGeom prst="rect">
              <a:avLst/>
            </a:prstGeom>
          </p:spPr>
        </p:pic>
        <p:sp>
          <p:nvSpPr>
            <p:cNvPr id="30" name="Text 1" descr="TEMP_Z_ORDER_5"/>
            <p:cNvSpPr/>
            <p:nvPr>
              <p:custDataLst>
                <p:tags r:id="rId18"/>
              </p:custDataLst>
            </p:nvPr>
          </p:nvSpPr>
          <p:spPr>
            <a:xfrm>
              <a:off x="-162560" y="401320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系统调用与进程</a:t>
              </a:r>
              <a:endParaRPr lang="en-US" sz="1680"/>
            </a:p>
          </p:txBody>
        </p:sp>
        <p:sp>
          <p:nvSpPr>
            <p:cNvPr id="31" name="Text 2" descr="TEMP_Z_ORDER_6"/>
            <p:cNvSpPr/>
            <p:nvPr>
              <p:custDataLst>
                <p:tags r:id="rId19"/>
              </p:custDataLst>
            </p:nvPr>
          </p:nvSpPr>
          <p:spPr>
            <a:xfrm>
              <a:off x="-282385" y="776829"/>
              <a:ext cx="3209544" cy="10247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对齐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Linux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系统调用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ABI，借鉴进程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/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线程模型、clone、fork+COW机制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680" dirty="0"/>
            </a:p>
          </p:txBody>
        </p:sp>
        <p:pic>
          <p:nvPicPr>
            <p:cNvPr id="32" name="Image 4" descr="TEMP_Z_ORDER_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251200" y="340360"/>
              <a:ext cx="1371600" cy="441960"/>
            </a:xfrm>
            <a:prstGeom prst="rect">
              <a:avLst/>
            </a:prstGeom>
          </p:spPr>
        </p:pic>
        <p:sp>
          <p:nvSpPr>
            <p:cNvPr id="33" name="Text 3" descr="TEMP_Z_ORDER_8"/>
            <p:cNvSpPr/>
            <p:nvPr>
              <p:custDataLst>
                <p:tags r:id="rId21"/>
              </p:custDataLst>
            </p:nvPr>
          </p:nvSpPr>
          <p:spPr>
            <a:xfrm>
              <a:off x="3403600" y="401320"/>
              <a:ext cx="1074261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内存与文件</a:t>
              </a:r>
              <a:endParaRPr lang="en-US" sz="1680"/>
            </a:p>
          </p:txBody>
        </p:sp>
        <p:sp>
          <p:nvSpPr>
            <p:cNvPr id="34" name="Text 4" descr="TEMP_Z_ORDER_9"/>
            <p:cNvSpPr/>
            <p:nvPr>
              <p:custDataLst>
                <p:tags r:id="rId22"/>
              </p:custDataLst>
            </p:nvPr>
          </p:nvSpPr>
          <p:spPr>
            <a:xfrm>
              <a:off x="3098800" y="787770"/>
              <a:ext cx="3361944" cy="94392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借鉴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VMA + page cache </a:t>
              </a: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思路，mmap懒映射；融合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Linux VFS / </a:t>
              </a: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dcache，使用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page cache </a:t>
              </a: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与块缓存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560" dirty="0"/>
            </a:p>
          </p:txBody>
        </p:sp>
        <p:pic>
          <p:nvPicPr>
            <p:cNvPr id="35" name="Image 5" descr="TEMP_Z_ORDER_1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817360" y="340360"/>
              <a:ext cx="1371600" cy="441960"/>
            </a:xfrm>
            <a:prstGeom prst="rect">
              <a:avLst/>
            </a:prstGeom>
          </p:spPr>
        </p:pic>
        <p:sp>
          <p:nvSpPr>
            <p:cNvPr id="36" name="Text 5" descr="TEMP_Z_ORDER_11"/>
            <p:cNvSpPr/>
            <p:nvPr>
              <p:custDataLst>
                <p:tags r:id="rId24"/>
              </p:custDataLst>
            </p:nvPr>
          </p:nvSpPr>
          <p:spPr>
            <a:xfrm>
              <a:off x="6969760" y="401320"/>
              <a:ext cx="1074261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调度与通信</a:t>
              </a:r>
              <a:endParaRPr lang="en-US" sz="1680"/>
            </a:p>
          </p:txBody>
        </p:sp>
        <p:sp>
          <p:nvSpPr>
            <p:cNvPr id="37" name="Text 6" descr="TEMP_Z_ORDER_12"/>
            <p:cNvSpPr/>
            <p:nvPr>
              <p:custDataLst>
                <p:tags r:id="rId25"/>
              </p:custDataLst>
            </p:nvPr>
          </p:nvSpPr>
          <p:spPr>
            <a:xfrm>
              <a:off x="6813359" y="782978"/>
              <a:ext cx="3209544" cy="10185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支持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SCHED_OTHER/FIFO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等五类调度；引入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futex、rt_sigaction、pipe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语义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680" dirty="0"/>
            </a:p>
          </p:txBody>
        </p:sp>
      </p:grpSp>
      <p:grpSp>
        <p:nvGrpSpPr>
          <p:cNvPr id="38" name="组合 37"/>
          <p:cNvGrpSpPr/>
          <p:nvPr>
            <p:custDataLst>
              <p:tags r:id="rId3"/>
            </p:custDataLst>
          </p:nvPr>
        </p:nvGrpSpPr>
        <p:grpSpPr>
          <a:xfrm>
            <a:off x="609600" y="4114800"/>
            <a:ext cx="10972800" cy="2438400"/>
            <a:chOff x="-635000" y="-635000"/>
            <a:chExt cx="10972800" cy="2438400"/>
          </a:xfrm>
        </p:grpSpPr>
        <p:pic>
          <p:nvPicPr>
            <p:cNvPr id="39" name="Image 6" descr="TEMP_Z_ORDER_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0972800" cy="243840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pic>
          <p:nvPicPr>
            <p:cNvPr id="40" name="Image 7" descr="TEMP_Z_ORDER_1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-314960" y="-254000"/>
              <a:ext cx="91440" cy="304800"/>
            </a:xfrm>
            <a:prstGeom prst="rect">
              <a:avLst/>
            </a:prstGeom>
          </p:spPr>
        </p:pic>
        <p:sp>
          <p:nvSpPr>
            <p:cNvPr id="41" name="Text 7" descr="TEMP_Z_ORDER_15"/>
            <p:cNvSpPr/>
            <p:nvPr>
              <p:custDataLst>
                <p:tags r:id="rId7"/>
              </p:custDataLst>
            </p:nvPr>
          </p:nvSpPr>
          <p:spPr>
            <a:xfrm>
              <a:off x="-40640" y="-314960"/>
              <a:ext cx="1146211" cy="27860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 kern="0" spc="72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增量工作</a:t>
              </a:r>
              <a:endParaRPr lang="en-US" sz="2160" dirty="0"/>
            </a:p>
          </p:txBody>
        </p:sp>
        <p:pic>
          <p:nvPicPr>
            <p:cNvPr id="42" name="Image 8" descr="TEMP_Z_ORDER_1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193040" y="127000"/>
              <a:ext cx="1158240" cy="441960"/>
            </a:xfrm>
            <a:prstGeom prst="rect">
              <a:avLst/>
            </a:prstGeom>
          </p:spPr>
        </p:pic>
        <p:sp>
          <p:nvSpPr>
            <p:cNvPr id="43" name="Text 8" descr="TEMP_Z_ORDER_17"/>
            <p:cNvSpPr/>
            <p:nvPr>
              <p:custDataLst>
                <p:tags r:id="rId9"/>
              </p:custDataLst>
            </p:nvPr>
          </p:nvSpPr>
          <p:spPr>
            <a:xfrm>
              <a:off x="-40640" y="187960"/>
              <a:ext cx="859409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组件复用</a:t>
              </a:r>
              <a:endParaRPr lang="en-US" sz="1680" dirty="0"/>
            </a:p>
          </p:txBody>
        </p:sp>
        <p:sp>
          <p:nvSpPr>
            <p:cNvPr id="44" name="Text 9" descr="TEMP_Z_ORDER_18"/>
            <p:cNvSpPr/>
            <p:nvPr>
              <p:custDataLst>
                <p:tags r:id="rId10"/>
              </p:custDataLst>
            </p:nvPr>
          </p:nvSpPr>
          <p:spPr>
            <a:xfrm>
              <a:off x="-235934" y="692212"/>
              <a:ext cx="4809744" cy="62305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使用了smoltcp、another_ext4</a:t>
              </a:r>
              <a:r>
                <a:rPr lang="zh-CN" alt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、</a:t>
              </a: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virtio-drivers等开源组件，并基于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BusyBox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和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Nano-X </a:t>
              </a:r>
              <a:r>
                <a:rPr lang="en-US" sz="156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构建用户空间</a:t>
              </a:r>
              <a:r>
                <a:rPr lang="en-US" sz="156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560" dirty="0"/>
            </a:p>
          </p:txBody>
        </p:sp>
        <p:pic>
          <p:nvPicPr>
            <p:cNvPr id="45" name="Image 9" descr="TEMP_Z_ORDER_19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973320" y="127000"/>
              <a:ext cx="1798320" cy="441960"/>
            </a:xfrm>
            <a:prstGeom prst="rect">
              <a:avLst/>
            </a:prstGeom>
          </p:spPr>
        </p:pic>
        <p:sp>
          <p:nvSpPr>
            <p:cNvPr id="46" name="Text 10" descr="TEMP_Z_ORDER_20"/>
            <p:cNvSpPr/>
            <p:nvPr>
              <p:custDataLst>
                <p:tags r:id="rId12"/>
              </p:custDataLst>
            </p:nvPr>
          </p:nvSpPr>
          <p:spPr>
            <a:xfrm>
              <a:off x="5125720" y="187960"/>
              <a:ext cx="1503966" cy="31023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1680" b="1" dirty="0" err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深度定制与修复</a:t>
              </a:r>
              <a:endParaRPr lang="en-US" sz="1680" dirty="0"/>
            </a:p>
          </p:txBody>
        </p:sp>
        <p:sp>
          <p:nvSpPr>
            <p:cNvPr id="47" name="Text 11" descr="TEMP_Z_ORDER_21"/>
            <p:cNvSpPr/>
            <p:nvPr>
              <p:custDataLst>
                <p:tags r:id="rId13"/>
              </p:custDataLst>
            </p:nvPr>
          </p:nvSpPr>
          <p:spPr>
            <a:xfrm>
              <a:off x="4973320" y="660400"/>
              <a:ext cx="4809744" cy="10248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为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virtio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-drivers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扩展区域刷新，修复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ext4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块分配与链接问题，并自研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SmoltcpAdapter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桥接网络栈与全局套接字池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680" dirty="0"/>
            </a:p>
          </p:txBody>
        </p:sp>
      </p:grpSp>
      <p:sp>
        <p:nvSpPr>
          <p:cNvPr id="24" name="Text 12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借鉴</a:t>
            </a:r>
            <a:r>
              <a:rPr lang="en-US" sz="2760" b="1" dirty="0">
                <a:solidFill>
                  <a:schemeClr val="bg1"/>
                </a:solidFill>
              </a:rPr>
              <a:t> Linux </a:t>
            </a:r>
            <a:r>
              <a:rPr lang="en-US" sz="2760" b="1" dirty="0" err="1">
                <a:solidFill>
                  <a:schemeClr val="bg1"/>
                </a:solidFill>
              </a:rPr>
              <a:t>机制与开源生态整合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41" name="组合 40"/>
          <p:cNvGrpSpPr/>
          <p:nvPr>
            <p:custDataLst>
              <p:tags r:id="rId2"/>
            </p:custDataLst>
          </p:nvPr>
        </p:nvGrpSpPr>
        <p:grpSpPr>
          <a:xfrm>
            <a:off x="609600" y="1371600"/>
            <a:ext cx="5303520" cy="5181600"/>
            <a:chOff x="-635000" y="-635000"/>
            <a:chExt cx="5303520" cy="5181600"/>
          </a:xfrm>
        </p:grpSpPr>
        <p:pic>
          <p:nvPicPr>
            <p:cNvPr id="42" name="Image 1" descr="TEMP_Z_ORDER_1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35000" y="-635000"/>
              <a:ext cx="5303520" cy="5181600"/>
            </a:xfrm>
            <a:prstGeom prst="rect">
              <a:avLst/>
            </a:prstGeom>
          </p:spPr>
        </p:pic>
        <p:pic>
          <p:nvPicPr>
            <p:cNvPr id="43" name="Image 2" descr="TEMP_Z_ORDER_2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314960" y="-299720"/>
              <a:ext cx="121920" cy="365760"/>
            </a:xfrm>
            <a:prstGeom prst="rect">
              <a:avLst/>
            </a:prstGeom>
          </p:spPr>
        </p:pic>
        <p:sp>
          <p:nvSpPr>
            <p:cNvPr id="44" name="Text 0" descr="TEMP_Z_ORDER_3"/>
            <p:cNvSpPr/>
            <p:nvPr>
              <p:custDataLst>
                <p:tags r:id="rId19"/>
              </p:custDataLst>
            </p:nvPr>
          </p:nvSpPr>
          <p:spPr>
            <a:xfrm>
              <a:off x="-71120" y="-316277"/>
              <a:ext cx="1941687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架构与工程创新</a:t>
              </a:r>
              <a:endParaRPr lang="en-US" sz="2160"/>
            </a:p>
          </p:txBody>
        </p:sp>
        <p:pic>
          <p:nvPicPr>
            <p:cNvPr id="45" name="Image 3" descr="TEMP_Z_ORDER_4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14960" y="370840"/>
              <a:ext cx="304800" cy="304800"/>
            </a:xfrm>
            <a:prstGeom prst="rect">
              <a:avLst/>
            </a:prstGeom>
          </p:spPr>
        </p:pic>
        <p:sp>
          <p:nvSpPr>
            <p:cNvPr id="46" name="Text 1" descr="TEMP_Z_ORDER_5"/>
            <p:cNvSpPr/>
            <p:nvPr>
              <p:custDataLst>
                <p:tags r:id="rId21"/>
              </p:custDataLst>
            </p:nvPr>
          </p:nvSpPr>
          <p:spPr>
            <a:xfrm>
              <a:off x="-214503" y="39032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1</a:t>
              </a:r>
              <a:endParaRPr lang="en-US" sz="1440"/>
            </a:p>
          </p:txBody>
        </p:sp>
        <p:sp>
          <p:nvSpPr>
            <p:cNvPr id="47" name="Text 2" descr="TEMP_Z_ORDER_6"/>
            <p:cNvSpPr/>
            <p:nvPr>
              <p:custDataLst>
                <p:tags r:id="rId22"/>
              </p:custDataLst>
            </p:nvPr>
          </p:nvSpPr>
          <p:spPr>
            <a:xfrm>
              <a:off x="172720" y="355600"/>
              <a:ext cx="4184904" cy="12746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5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Cargo Feature 驱动组合：</a:t>
              </a:r>
              <a:r>
                <a:rPr lang="en-US" sz="156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利用编译期 feature 树实现“平台×阶段×能力×实现”的灵活组合，一套源码产出多环境内核，边界清晰且精简。</a:t>
              </a:r>
              <a:endParaRPr lang="en-US" sz="1560"/>
            </a:p>
          </p:txBody>
        </p:sp>
        <p:pic>
          <p:nvPicPr>
            <p:cNvPr id="48" name="Image 4" descr="TEMP_Z_ORDER_7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14960" y="1971040"/>
              <a:ext cx="304800" cy="304800"/>
            </a:xfrm>
            <a:prstGeom prst="rect">
              <a:avLst/>
            </a:prstGeom>
          </p:spPr>
        </p:pic>
        <p:sp>
          <p:nvSpPr>
            <p:cNvPr id="49" name="Text 3" descr="TEMP_Z_ORDER_8"/>
            <p:cNvSpPr/>
            <p:nvPr>
              <p:custDataLst>
                <p:tags r:id="rId24"/>
              </p:custDataLst>
            </p:nvPr>
          </p:nvSpPr>
          <p:spPr>
            <a:xfrm>
              <a:off x="-214503" y="199052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2</a:t>
              </a:r>
              <a:endParaRPr lang="en-US" sz="1440"/>
            </a:p>
          </p:txBody>
        </p:sp>
        <p:sp>
          <p:nvSpPr>
            <p:cNvPr id="50" name="Text 4" descr="TEMP_Z_ORDER_9"/>
            <p:cNvSpPr/>
            <p:nvPr>
              <p:custDataLst>
                <p:tags r:id="rId25"/>
              </p:custDataLst>
            </p:nvPr>
          </p:nvSpPr>
          <p:spPr>
            <a:xfrm>
              <a:off x="172720" y="1955800"/>
              <a:ext cx="4184904" cy="9516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5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双架构共享核心：</a:t>
              </a:r>
              <a:r>
                <a:rPr lang="en-US" sz="156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RISC-V64 与 LoongArch64 的底层差异（启动/页表/中断）收敛于平台层，上层模块全面复用共享。</a:t>
              </a:r>
              <a:endParaRPr lang="en-US" sz="1560"/>
            </a:p>
          </p:txBody>
        </p:sp>
        <p:pic>
          <p:nvPicPr>
            <p:cNvPr id="51" name="Image 5" descr="TEMP_Z_ORDER_10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14960" y="3571240"/>
              <a:ext cx="304800" cy="304800"/>
            </a:xfrm>
            <a:prstGeom prst="rect">
              <a:avLst/>
            </a:prstGeom>
          </p:spPr>
        </p:pic>
        <p:sp>
          <p:nvSpPr>
            <p:cNvPr id="52" name="Text 5" descr="TEMP_Z_ORDER_11"/>
            <p:cNvSpPr/>
            <p:nvPr>
              <p:custDataLst>
                <p:tags r:id="rId27"/>
              </p:custDataLst>
            </p:nvPr>
          </p:nvSpPr>
          <p:spPr>
            <a:xfrm>
              <a:off x="-214503" y="359072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3</a:t>
              </a:r>
              <a:endParaRPr lang="en-US" sz="1440"/>
            </a:p>
          </p:txBody>
        </p:sp>
        <p:sp>
          <p:nvSpPr>
            <p:cNvPr id="53" name="Text 6" descr="TEMP_Z_ORDER_12"/>
            <p:cNvSpPr/>
            <p:nvPr>
              <p:custDataLst>
                <p:tags r:id="rId28"/>
              </p:custDataLst>
            </p:nvPr>
          </p:nvSpPr>
          <p:spPr>
            <a:xfrm>
              <a:off x="172720" y="3556000"/>
              <a:ext cx="4184904" cy="6770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API + Impl 模块设计：</a:t>
              </a:r>
              <a:r>
                <a:rPr lang="en-US" sz="168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定义统一 Trait 与语义契约，不同实现按需挂载。</a:t>
              </a:r>
              <a:endParaRPr lang="en-US" sz="1680"/>
            </a:p>
          </p:txBody>
        </p:sp>
      </p:grpSp>
      <p:grpSp>
        <p:nvGrpSpPr>
          <p:cNvPr id="28" name="组合 27"/>
          <p:cNvGrpSpPr/>
          <p:nvPr>
            <p:custDataLst>
              <p:tags r:id="rId3"/>
            </p:custDataLst>
          </p:nvPr>
        </p:nvGrpSpPr>
        <p:grpSpPr>
          <a:xfrm>
            <a:off x="6278880" y="1371600"/>
            <a:ext cx="5303520" cy="5181600"/>
            <a:chOff x="-635000" y="-635000"/>
            <a:chExt cx="5303520" cy="5181600"/>
          </a:xfrm>
        </p:grpSpPr>
        <p:pic>
          <p:nvPicPr>
            <p:cNvPr id="29" name="Image 6" descr="TEMP_Z_ORDER_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-635000" y="-635000"/>
              <a:ext cx="5303520" cy="5181600"/>
            </a:xfrm>
            <a:prstGeom prst="rect">
              <a:avLst/>
            </a:prstGeom>
          </p:spPr>
        </p:pic>
        <p:pic>
          <p:nvPicPr>
            <p:cNvPr id="30" name="Image 7" descr="TEMP_Z_ORDER_1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-314960" y="-299720"/>
              <a:ext cx="121920" cy="365760"/>
            </a:xfrm>
            <a:prstGeom prst="rect">
              <a:avLst/>
            </a:prstGeom>
          </p:spPr>
        </p:pic>
        <p:sp>
          <p:nvSpPr>
            <p:cNvPr id="31" name="Text 7" descr="TEMP_Z_ORDER_15"/>
            <p:cNvSpPr/>
            <p:nvPr>
              <p:custDataLst>
                <p:tags r:id="rId7"/>
              </p:custDataLst>
            </p:nvPr>
          </p:nvSpPr>
          <p:spPr>
            <a:xfrm>
              <a:off x="-71121" y="-316277"/>
              <a:ext cx="1664303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内核机制演进</a:t>
              </a:r>
              <a:endParaRPr lang="en-US" sz="2160"/>
            </a:p>
          </p:txBody>
        </p:sp>
        <p:pic>
          <p:nvPicPr>
            <p:cNvPr id="32" name="Image 8" descr="TEMP_Z_ORDER_1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14960" y="370840"/>
              <a:ext cx="304800" cy="304800"/>
            </a:xfrm>
            <a:prstGeom prst="rect">
              <a:avLst/>
            </a:prstGeom>
          </p:spPr>
        </p:pic>
        <p:sp>
          <p:nvSpPr>
            <p:cNvPr id="33" name="Text 8" descr="TEMP_Z_ORDER_17"/>
            <p:cNvSpPr/>
            <p:nvPr>
              <p:custDataLst>
                <p:tags r:id="rId9"/>
              </p:custDataLst>
            </p:nvPr>
          </p:nvSpPr>
          <p:spPr>
            <a:xfrm>
              <a:off x="-214503" y="39032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1</a:t>
              </a:r>
              <a:endParaRPr lang="en-US" sz="1440"/>
            </a:p>
          </p:txBody>
        </p:sp>
        <p:sp>
          <p:nvSpPr>
            <p:cNvPr id="34" name="Text 9" descr="TEMP_Z_ORDER_18"/>
            <p:cNvSpPr/>
            <p:nvPr>
              <p:custDataLst>
                <p:tags r:id="rId10"/>
              </p:custDataLst>
            </p:nvPr>
          </p:nvSpPr>
          <p:spPr>
            <a:xfrm>
              <a:off x="172720" y="355600"/>
              <a:ext cx="4184904" cy="10247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b="1" dirty="0" err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统一租约式</a:t>
              </a:r>
              <a:r>
                <a:rPr lang="en-US" sz="1680" b="1" dirty="0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 I/O </a:t>
              </a:r>
              <a:r>
                <a:rPr lang="en-US" sz="1680" b="1" dirty="0" err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模型：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VFS、Socket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等统一采用“预约分配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→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复制确认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→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提交消费”两阶段模型，避免跨页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fault </a:t>
              </a:r>
              <a:r>
                <a:rPr lang="en-US" sz="168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丢数据</a:t>
              </a:r>
              <a:r>
                <a:rPr lang="en-US" sz="168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680" dirty="0"/>
            </a:p>
          </p:txBody>
        </p:sp>
        <p:pic>
          <p:nvPicPr>
            <p:cNvPr id="35" name="Image 9" descr="TEMP_Z_ORDER_19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14960" y="1635760"/>
              <a:ext cx="304800" cy="304800"/>
            </a:xfrm>
            <a:prstGeom prst="rect">
              <a:avLst/>
            </a:prstGeom>
          </p:spPr>
        </p:pic>
        <p:sp>
          <p:nvSpPr>
            <p:cNvPr id="36" name="Text 10" descr="TEMP_Z_ORDER_20"/>
            <p:cNvSpPr/>
            <p:nvPr>
              <p:custDataLst>
                <p:tags r:id="rId12"/>
              </p:custDataLst>
            </p:nvPr>
          </p:nvSpPr>
          <p:spPr>
            <a:xfrm>
              <a:off x="-214503" y="165524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2</a:t>
              </a:r>
              <a:endParaRPr lang="en-US" sz="1440"/>
            </a:p>
          </p:txBody>
        </p:sp>
        <p:sp>
          <p:nvSpPr>
            <p:cNvPr id="37" name="Text 11" descr="TEMP_Z_ORDER_21"/>
            <p:cNvSpPr/>
            <p:nvPr>
              <p:custDataLst>
                <p:tags r:id="rId13"/>
              </p:custDataLst>
            </p:nvPr>
          </p:nvSpPr>
          <p:spPr>
            <a:xfrm>
              <a:off x="172720" y="1620520"/>
              <a:ext cx="4184904" cy="95166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56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缓存准入与多层分治：</a:t>
              </a:r>
              <a:r>
                <a:rPr lang="en-US" sz="156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实现文件页、块缓存与 ELF 缓存分离，引入“二次命中 ghost history”准入策略，防止一次性读取污染缓存。</a:t>
              </a:r>
              <a:endParaRPr lang="en-US" sz="1560"/>
            </a:p>
          </p:txBody>
        </p:sp>
        <p:pic>
          <p:nvPicPr>
            <p:cNvPr id="38" name="Image 10" descr="TEMP_Z_ORDER_22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-314960" y="3235960"/>
              <a:ext cx="304800" cy="304800"/>
            </a:xfrm>
            <a:prstGeom prst="rect">
              <a:avLst/>
            </a:prstGeom>
          </p:spPr>
        </p:pic>
        <p:sp>
          <p:nvSpPr>
            <p:cNvPr id="39" name="Text 12" descr="TEMP_Z_ORDER_23"/>
            <p:cNvSpPr/>
            <p:nvPr>
              <p:custDataLst>
                <p:tags r:id="rId15"/>
              </p:custDataLst>
            </p:nvPr>
          </p:nvSpPr>
          <p:spPr>
            <a:xfrm>
              <a:off x="-214503" y="3255442"/>
              <a:ext cx="128270" cy="26583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440" b="1">
                  <a:solidFill>
                    <a:srgbClr val="FFFFFF"/>
                  </a:solidFill>
                </a:rPr>
                <a:t>3</a:t>
              </a:r>
              <a:endParaRPr lang="en-US" sz="1440"/>
            </a:p>
          </p:txBody>
        </p:sp>
        <p:sp>
          <p:nvSpPr>
            <p:cNvPr id="40" name="Text 13" descr="TEMP_Z_ORDER_24"/>
            <p:cNvSpPr/>
            <p:nvPr>
              <p:custDataLst>
                <p:tags r:id="rId16"/>
              </p:custDataLst>
            </p:nvPr>
          </p:nvSpPr>
          <p:spPr>
            <a:xfrm>
              <a:off x="172720" y="3220720"/>
              <a:ext cx="4184904" cy="10247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680" b="1">
                  <a:solidFill>
                    <a:srgbClr val="0D83B2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多策略调度与 SMP 均衡：</a:t>
              </a:r>
              <a:r>
                <a:rPr lang="en-US" sz="168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实现五类调度类结合 CFS 的 vruntime，配合每 CPU 独立运行队列与定向 IPI 完成负载均衡。</a:t>
              </a:r>
              <a:endParaRPr lang="en-US" sz="1680"/>
            </a:p>
          </p:txBody>
        </p:sp>
      </p:grpSp>
      <p:sp>
        <p:nvSpPr>
          <p:cNvPr id="27" name="Text 14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内核架构工程与机制创新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753934a1ef6ed0c08a7dddf427104d56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pic>
        <p:nvPicPr>
          <p:cNvPr id="3" name="Image 1" descr="https://test.web.static.jianzeppt.com/ppt-temp-img3/70e4568da0c9463d7add1fdd7ba42507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-5498465" y="-738505"/>
            <a:ext cx="15725139" cy="8163560"/>
          </a:xfrm>
          <a:prstGeom prst="rect">
            <a:avLst/>
          </a:prstGeom>
        </p:spPr>
      </p:pic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433705" y="1400176"/>
            <a:ext cx="9113240" cy="5799773"/>
            <a:chOff x="-635000" y="-635000"/>
            <a:chExt cx="9113241" cy="5799773"/>
          </a:xfrm>
        </p:grpSpPr>
        <p:sp>
          <p:nvSpPr>
            <p:cNvPr id="10" name="Text 0" descr="TEMP_Z_ORDER_2"/>
            <p:cNvSpPr/>
            <p:nvPr>
              <p:custDataLst>
                <p:tags r:id="rId4"/>
              </p:custDataLst>
            </p:nvPr>
          </p:nvSpPr>
          <p:spPr>
            <a:xfrm>
              <a:off x="4927997" y="811327"/>
              <a:ext cx="3550244" cy="9233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6000" b="1" dirty="0" err="1">
                  <a:solidFill>
                    <a:srgbClr val="FFFFFF"/>
                  </a:solidFill>
                </a:rPr>
                <a:t>总结</a:t>
              </a:r>
              <a:endParaRPr lang="en-US" sz="6000" dirty="0"/>
            </a:p>
          </p:txBody>
        </p:sp>
        <p:pic>
          <p:nvPicPr>
            <p:cNvPr id="11" name="Image 2" descr="TEMP_Z_ORDER_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255905" y="-635000"/>
              <a:ext cx="4404360" cy="4057648"/>
            </a:xfrm>
            <a:prstGeom prst="rect">
              <a:avLst/>
            </a:prstGeom>
          </p:spPr>
        </p:pic>
        <p:pic>
          <p:nvPicPr>
            <p:cNvPr id="12" name="Image 3" descr="TEMP_Z_ORDER_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-635000" y="-451485"/>
              <a:ext cx="4404360" cy="4057647"/>
            </a:xfrm>
            <a:prstGeom prst="rect">
              <a:avLst/>
            </a:prstGeom>
          </p:spPr>
        </p:pic>
        <p:sp>
          <p:nvSpPr>
            <p:cNvPr id="13" name="Text 1" descr="TEMP_Z_ORDER_5"/>
            <p:cNvSpPr/>
            <p:nvPr>
              <p:custDataLst>
                <p:tags r:id="rId7"/>
              </p:custDataLst>
            </p:nvPr>
          </p:nvSpPr>
          <p:spPr>
            <a:xfrm>
              <a:off x="560534" y="117285"/>
              <a:ext cx="2401529" cy="50474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560">
                  <a:solidFill>
                    <a:srgbClr val="FFFFFF"/>
                  </a:solidFill>
                </a:rPr>
                <a:t>05</a:t>
              </a:r>
              <a:endParaRPr lang="en-US" sz="1656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609600" y="1341120"/>
            <a:ext cx="10972800" cy="2392680"/>
            <a:chOff x="-635000" y="-635000"/>
            <a:chExt cx="10972800" cy="2392680"/>
          </a:xfrm>
        </p:grpSpPr>
        <p:pic>
          <p:nvPicPr>
            <p:cNvPr id="13" name="Image 1" descr="TEMP_Z_ORDER_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828800" cy="6553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14" name="Text 0" descr="TEMP_Z_ORDER_2"/>
            <p:cNvSpPr/>
            <p:nvPr>
              <p:custDataLst>
                <p:tags r:id="rId10"/>
              </p:custDataLst>
            </p:nvPr>
          </p:nvSpPr>
          <p:spPr>
            <a:xfrm>
              <a:off x="-269240" y="-51308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完成状况</a:t>
              </a:r>
              <a:endParaRPr lang="en-US" sz="2160"/>
            </a:p>
          </p:txBody>
        </p:sp>
        <p:pic>
          <p:nvPicPr>
            <p:cNvPr id="15" name="Image 2" descr="TEMP_Z_ORDER_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91160" y="248920"/>
              <a:ext cx="10728960" cy="1508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16" name="Text 1" descr="TEMP_Z_ORDER_4"/>
            <p:cNvSpPr/>
            <p:nvPr>
              <p:custDataLst>
                <p:tags r:id="rId12"/>
              </p:custDataLst>
            </p:nvPr>
          </p:nvSpPr>
          <p:spPr>
            <a:xfrm>
              <a:off x="-10160" y="645160"/>
              <a:ext cx="9976104" cy="72531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当前内核已完全实现</a:t>
              </a:r>
              <a:r>
                <a:rPr lang="en-US" sz="1800" b="1" dirty="0" err="1">
                  <a:solidFill>
                    <a:schemeClr val="bg1"/>
                  </a:solidFill>
                  <a:highlight>
                    <a:srgbClr val="FFFFFF">
                      <a:alpha val="10000"/>
                    </a:srgbClr>
                  </a:highlight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双架构支持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、</a:t>
              </a:r>
              <a:r>
                <a:rPr lang="en-US" sz="1800" b="1" dirty="0" err="1">
                  <a:solidFill>
                    <a:schemeClr val="bg1"/>
                  </a:solidFill>
                  <a:highlight>
                    <a:srgbClr val="FFFFFF">
                      <a:alpha val="10000"/>
                    </a:srgbClr>
                  </a:highlight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多核调度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、虚拟内存（按需分页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+ COW）、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多文件系统、完整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IPC 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机制、网络栈、设备驱动与图形桌面环境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800" dirty="0"/>
            </a:p>
          </p:txBody>
        </p:sp>
      </p:grpSp>
      <p:grpSp>
        <p:nvGrpSpPr>
          <p:cNvPr id="17" name="组合 16"/>
          <p:cNvGrpSpPr/>
          <p:nvPr>
            <p:custDataLst>
              <p:tags r:id="rId3"/>
            </p:custDataLst>
          </p:nvPr>
        </p:nvGrpSpPr>
        <p:grpSpPr>
          <a:xfrm>
            <a:off x="609600" y="4175760"/>
            <a:ext cx="10972800" cy="2392680"/>
            <a:chOff x="-635000" y="-635000"/>
            <a:chExt cx="10972800" cy="2392680"/>
          </a:xfrm>
        </p:grpSpPr>
        <p:pic>
          <p:nvPicPr>
            <p:cNvPr id="18" name="Image 3" descr="TEMP_Z_ORDER_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1828800" cy="655320"/>
            </a:xfrm>
            <a:prstGeom prst="rect">
              <a:avLst/>
            </a:prstGeom>
            <a:effectLst>
              <a:outerShdw blurRad="91440" dist="60960" dir="5400000" algn="bl" rotWithShape="0">
                <a:srgbClr val="000000">
                  <a:alpha val="10000"/>
                </a:srgbClr>
              </a:outerShdw>
            </a:effectLst>
          </p:spPr>
        </p:pic>
        <p:sp>
          <p:nvSpPr>
            <p:cNvPr id="19" name="Text 2" descr="TEMP_Z_ORDER_6"/>
            <p:cNvSpPr/>
            <p:nvPr>
              <p:custDataLst>
                <p:tags r:id="rId6"/>
              </p:custDataLst>
            </p:nvPr>
          </p:nvSpPr>
          <p:spPr>
            <a:xfrm>
              <a:off x="-269240" y="-513080"/>
              <a:ext cx="1109535" cy="39887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25000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验证成果</a:t>
              </a:r>
              <a:endParaRPr lang="en-US" sz="2160"/>
            </a:p>
          </p:txBody>
        </p:sp>
        <p:pic>
          <p:nvPicPr>
            <p:cNvPr id="20" name="Image 4" descr="TEMP_Z_ORDER_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391160" y="248920"/>
              <a:ext cx="10728960" cy="1508760"/>
            </a:xfrm>
            <a:prstGeom prst="rect">
              <a:avLst/>
            </a:prstGeom>
            <a:effectLst>
              <a:outerShdw blurRad="30480" dist="15240" dir="5400000" algn="bl" rotWithShape="0">
                <a:srgbClr val="000000">
                  <a:alpha val="5000"/>
                </a:srgbClr>
              </a:outerShdw>
            </a:effectLst>
          </p:spPr>
        </p:pic>
        <p:sp>
          <p:nvSpPr>
            <p:cNvPr id="21" name="Text 3" descr="TEMP_Z_ORDER_8"/>
            <p:cNvSpPr/>
            <p:nvPr>
              <p:custDataLst>
                <p:tags r:id="rId8"/>
              </p:custDataLst>
            </p:nvPr>
          </p:nvSpPr>
          <p:spPr>
            <a:xfrm>
              <a:off x="-10160" y="645160"/>
              <a:ext cx="9976104" cy="72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5833"/>
                </a:lnSpc>
                <a:buNone/>
              </a:pP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已通过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LTP (Linux Test Project)、stress-ng 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压力测试、lmbench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性能基准测试以及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busybox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 </a:t>
              </a:r>
              <a:r>
                <a:rPr lang="en-US" sz="1800" dirty="0" err="1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等业界标准工具链的严格验证，具备</a:t>
              </a:r>
              <a:r>
                <a:rPr lang="en-US" sz="1800" b="1" dirty="0" err="1">
                  <a:solidFill>
                    <a:schemeClr val="bg1"/>
                  </a:solidFill>
                  <a:highlight>
                    <a:srgbClr val="FFFFFF">
                      <a:alpha val="10000"/>
                    </a:srgbClr>
                  </a:highlight>
                  <a:latin typeface="SourceHanSansCN-Bold" pitchFamily="34" charset="0"/>
                  <a:ea typeface="SourceHanSansCN-Bold" pitchFamily="34" charset="-122"/>
                  <a:cs typeface="SourceHanSansCN-Bold" pitchFamily="34" charset="-120"/>
                </a:rPr>
                <a:t>良好的兼容性与稳定性</a:t>
              </a:r>
              <a:r>
                <a:rPr lang="en-US" sz="1800" dirty="0">
                  <a:solidFill>
                    <a:srgbClr val="F3F4F6"/>
                  </a:solidFill>
                  <a:latin typeface="SourceHanSansCN-Regular" pitchFamily="34" charset="0"/>
                  <a:ea typeface="SourceHanSansCN-Regular" pitchFamily="34" charset="-122"/>
                  <a:cs typeface="SourceHanSansCN-Regular" pitchFamily="34" charset="-120"/>
                </a:rPr>
                <a:t>。</a:t>
              </a:r>
              <a:endParaRPr lang="en-US" sz="1800" dirty="0"/>
            </a:p>
          </p:txBody>
        </p:sp>
      </p:grpSp>
      <p:sp>
        <p:nvSpPr>
          <p:cNvPr id="11" name="Text 4"/>
          <p:cNvSpPr/>
          <p:nvPr>
            <p:custDataLst>
              <p:tags r:id="rId4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chemeClr val="bg1"/>
                </a:solidFill>
              </a:rPr>
              <a:t>Work Summary / </a:t>
            </a:r>
            <a:r>
              <a:rPr lang="en-US" sz="2760" b="1" dirty="0" err="1">
                <a:solidFill>
                  <a:schemeClr val="bg1"/>
                </a:solidFill>
              </a:rPr>
              <a:t>项目总结与测试</a:t>
            </a:r>
            <a:endParaRPr lang="en-US" sz="276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1_isShadow_0/394b044a-cab7-4c45-92ae-9e02bb5ffe85_image_eaf7bd748b493cdf9b551ae24e9fa109_15830581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8625700" y="-189273"/>
            <a:ext cx="3566301" cy="1188767"/>
          </a:xfrm>
          <a:prstGeom prst="rect">
            <a:avLst/>
          </a:prstGeom>
        </p:spPr>
      </p:pic>
      <p:grpSp>
        <p:nvGrpSpPr>
          <p:cNvPr id="30" name="组合 29"/>
          <p:cNvGrpSpPr/>
          <p:nvPr>
            <p:custDataLst>
              <p:tags r:id="rId2"/>
            </p:custDataLst>
          </p:nvPr>
        </p:nvGrpSpPr>
        <p:grpSpPr>
          <a:xfrm>
            <a:off x="609600" y="1371600"/>
            <a:ext cx="5303520" cy="2286000"/>
            <a:chOff x="-635000" y="-635000"/>
            <a:chExt cx="5303520" cy="2286000"/>
          </a:xfrm>
        </p:grpSpPr>
        <p:pic>
          <p:nvPicPr>
            <p:cNvPr id="31" name="Image 1" descr="TEMP_Z_ORDER_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635000"/>
              <a:ext cx="5303520" cy="2286000"/>
            </a:xfrm>
            <a:prstGeom prst="rect">
              <a:avLst/>
            </a:prstGeom>
          </p:spPr>
        </p:pic>
        <p:sp>
          <p:nvSpPr>
            <p:cNvPr id="32" name="Text 0" descr="TEMP_Z_ORDER_2"/>
            <p:cNvSpPr/>
            <p:nvPr>
              <p:custDataLst>
                <p:tags r:id="rId20"/>
              </p:custDataLst>
            </p:nvPr>
          </p:nvSpPr>
          <p:spPr>
            <a:xfrm>
              <a:off x="-269240" y="-147320"/>
              <a:ext cx="1386919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调度与内存</a:t>
              </a:r>
              <a:endParaRPr lang="en-US" sz="2160"/>
            </a:p>
          </p:txBody>
        </p:sp>
        <p:sp>
          <p:nvSpPr>
            <p:cNvPr id="33" name="Text 1" descr="TEMP_Z_ORDER_3"/>
            <p:cNvSpPr/>
            <p:nvPr>
              <p:custDataLst>
                <p:tags r:id="rId21"/>
              </p:custDataLst>
            </p:nvPr>
          </p:nvSpPr>
          <p:spPr>
            <a:xfrm>
              <a:off x="-269240" y="447040"/>
              <a:ext cx="4581144" cy="66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333"/>
                </a:lnSpc>
                <a:buNone/>
              </a:pPr>
              <a:r>
                <a:rPr lang="en-US" sz="1680">
                  <a:solidFill>
                    <a:srgbClr val="FFFFFF">
                      <a:alpha val="80000"/>
                    </a:srgbClr>
                  </a:solidFill>
                </a:rPr>
                <a:t>实现忙核主动均衡及自适应调度策略；支持用户栈向下动态增长。</a:t>
              </a:r>
              <a:endParaRPr lang="en-US" sz="1680"/>
            </a:p>
          </p:txBody>
        </p:sp>
        <p:pic>
          <p:nvPicPr>
            <p:cNvPr id="34" name="Image 2" descr="TEMP_Z_ORDER_4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269240" y="-635000"/>
              <a:ext cx="487680" cy="60960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>
            <p:custDataLst>
              <p:tags r:id="rId3"/>
            </p:custDataLst>
          </p:nvPr>
        </p:nvGrpSpPr>
        <p:grpSpPr>
          <a:xfrm>
            <a:off x="6278880" y="1371600"/>
            <a:ext cx="5303520" cy="2286000"/>
            <a:chOff x="-635000" y="-635000"/>
            <a:chExt cx="5303520" cy="2286000"/>
          </a:xfrm>
        </p:grpSpPr>
        <p:pic>
          <p:nvPicPr>
            <p:cNvPr id="36" name="Image 3" descr="TEMP_Z_ORDER_5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635000"/>
              <a:ext cx="5303520" cy="2286000"/>
            </a:xfrm>
            <a:prstGeom prst="rect">
              <a:avLst/>
            </a:prstGeom>
          </p:spPr>
        </p:pic>
        <p:sp>
          <p:nvSpPr>
            <p:cNvPr id="37" name="Text 2" descr="TEMP_Z_ORDER_6"/>
            <p:cNvSpPr/>
            <p:nvPr>
              <p:custDataLst>
                <p:tags r:id="rId16"/>
              </p:custDataLst>
            </p:nvPr>
          </p:nvSpPr>
          <p:spPr>
            <a:xfrm>
              <a:off x="-269240" y="-147320"/>
              <a:ext cx="1109535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进程管控</a:t>
              </a:r>
              <a:endParaRPr lang="en-US" sz="2160"/>
            </a:p>
          </p:txBody>
        </p:sp>
        <p:sp>
          <p:nvSpPr>
            <p:cNvPr id="38" name="Text 3" descr="TEMP_Z_ORDER_7"/>
            <p:cNvSpPr/>
            <p:nvPr>
              <p:custDataLst>
                <p:tags r:id="rId17"/>
              </p:custDataLst>
            </p:nvPr>
          </p:nvSpPr>
          <p:spPr>
            <a:xfrm>
              <a:off x="-269240" y="447040"/>
              <a:ext cx="4581144" cy="66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333"/>
                </a:lnSpc>
                <a:buNone/>
              </a:pPr>
              <a:r>
                <a:rPr lang="en-US" sz="1680" dirty="0" err="1">
                  <a:solidFill>
                    <a:srgbClr val="FFFFFF">
                      <a:alpha val="80000"/>
                    </a:srgbClr>
                  </a:solidFill>
                </a:rPr>
                <a:t>引入</a:t>
              </a:r>
              <a:r>
                <a:rPr lang="en-US" sz="1680" dirty="0">
                  <a:solidFill>
                    <a:srgbClr val="FFFFFF">
                      <a:alpha val="80000"/>
                    </a:srgbClr>
                  </a:solidFill>
                </a:rPr>
                <a:t> </a:t>
              </a:r>
              <a:r>
                <a:rPr lang="en-US" sz="1680" dirty="0" err="1">
                  <a:solidFill>
                    <a:srgbClr val="FFFFFF">
                      <a:alpha val="80000"/>
                    </a:srgbClr>
                  </a:solidFill>
                </a:rPr>
                <a:t>cgroup</a:t>
              </a:r>
              <a:r>
                <a:rPr lang="en-US" sz="1680" dirty="0">
                  <a:solidFill>
                    <a:srgbClr val="FFFFFF">
                      <a:alpha val="80000"/>
                    </a:srgbClr>
                  </a:solidFill>
                </a:rPr>
                <a:t> </a:t>
              </a:r>
              <a:r>
                <a:rPr lang="en-US" sz="1680" dirty="0" err="1">
                  <a:solidFill>
                    <a:srgbClr val="FFFFFF">
                      <a:alpha val="80000"/>
                    </a:srgbClr>
                  </a:solidFill>
                </a:rPr>
                <a:t>资源限制、完整的</a:t>
              </a:r>
              <a:r>
                <a:rPr lang="en-US" sz="1680" dirty="0">
                  <a:solidFill>
                    <a:srgbClr val="FFFFFF">
                      <a:alpha val="80000"/>
                    </a:srgbClr>
                  </a:solidFill>
                </a:rPr>
                <a:t> capability </a:t>
              </a:r>
              <a:r>
                <a:rPr lang="en-US" sz="1680" dirty="0" err="1">
                  <a:solidFill>
                    <a:srgbClr val="FFFFFF">
                      <a:alpha val="80000"/>
                    </a:srgbClr>
                  </a:solidFill>
                </a:rPr>
                <a:t>安全机制及进程记账</a:t>
              </a:r>
              <a:r>
                <a:rPr lang="en-US" sz="1680" dirty="0">
                  <a:solidFill>
                    <a:srgbClr val="FFFFFF">
                      <a:alpha val="80000"/>
                    </a:srgbClr>
                  </a:solidFill>
                </a:rPr>
                <a:t> (accounting)。</a:t>
              </a:r>
              <a:endParaRPr lang="en-US" sz="1680" dirty="0"/>
            </a:p>
          </p:txBody>
        </p:sp>
        <p:pic>
          <p:nvPicPr>
            <p:cNvPr id="39" name="Image 4" descr="TEMP_Z_ORDER_8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269240" y="-635000"/>
              <a:ext cx="487680" cy="60960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>
            <a:off x="609600" y="4023360"/>
            <a:ext cx="5303520" cy="2286000"/>
            <a:chOff x="-635000" y="-635000"/>
            <a:chExt cx="5303520" cy="2286000"/>
          </a:xfrm>
        </p:grpSpPr>
        <p:pic>
          <p:nvPicPr>
            <p:cNvPr id="21" name="Image 5" descr="TEMP_Z_ORDER_9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635000"/>
              <a:ext cx="5303520" cy="2286000"/>
            </a:xfrm>
            <a:prstGeom prst="rect">
              <a:avLst/>
            </a:prstGeom>
          </p:spPr>
        </p:pic>
        <p:sp>
          <p:nvSpPr>
            <p:cNvPr id="22" name="Text 4" descr="TEMP_Z_ORDER_10"/>
            <p:cNvSpPr/>
            <p:nvPr>
              <p:custDataLst>
                <p:tags r:id="rId12"/>
              </p:custDataLst>
            </p:nvPr>
          </p:nvSpPr>
          <p:spPr>
            <a:xfrm>
              <a:off x="-269240" y="-147320"/>
              <a:ext cx="1386919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系统稳定性</a:t>
              </a:r>
              <a:endParaRPr lang="en-US" sz="2160"/>
            </a:p>
          </p:txBody>
        </p:sp>
        <p:sp>
          <p:nvSpPr>
            <p:cNvPr id="23" name="Text 5" descr="TEMP_Z_ORDER_11"/>
            <p:cNvSpPr/>
            <p:nvPr>
              <p:custDataLst>
                <p:tags r:id="rId13"/>
              </p:custDataLst>
            </p:nvPr>
          </p:nvSpPr>
          <p:spPr>
            <a:xfrm>
              <a:off x="-269240" y="447040"/>
              <a:ext cx="4581144" cy="31361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333"/>
                </a:lnSpc>
                <a:buNone/>
              </a:pPr>
              <a:r>
                <a:rPr lang="en-US" sz="1680" dirty="0" err="1">
                  <a:solidFill>
                    <a:srgbClr val="FFFFFF">
                      <a:alpha val="80000"/>
                    </a:srgbClr>
                  </a:solidFill>
                </a:rPr>
                <a:t>优化多核情况下内核堆分配锁竞争问题</a:t>
              </a:r>
              <a:endParaRPr lang="en-US" sz="1680" dirty="0"/>
            </a:p>
          </p:txBody>
        </p:sp>
        <p:pic>
          <p:nvPicPr>
            <p:cNvPr id="24" name="Image 6" descr="TEMP_Z_ORDER_12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269240" y="-635000"/>
              <a:ext cx="487680" cy="60960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>
            <p:custDataLst>
              <p:tags r:id="rId5"/>
            </p:custDataLst>
          </p:nvPr>
        </p:nvGrpSpPr>
        <p:grpSpPr>
          <a:xfrm>
            <a:off x="6278880" y="4023360"/>
            <a:ext cx="5303520" cy="2286000"/>
            <a:chOff x="-635000" y="-635000"/>
            <a:chExt cx="5303520" cy="2286000"/>
          </a:xfrm>
        </p:grpSpPr>
        <p:pic>
          <p:nvPicPr>
            <p:cNvPr id="26" name="Image 7" descr="TEMP_Z_ORDER_1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-635000" y="-635000"/>
              <a:ext cx="5303520" cy="2286000"/>
            </a:xfrm>
            <a:prstGeom prst="rect">
              <a:avLst/>
            </a:prstGeom>
          </p:spPr>
        </p:pic>
        <p:sp>
          <p:nvSpPr>
            <p:cNvPr id="27" name="Text 6" descr="TEMP_Z_ORDER_14"/>
            <p:cNvSpPr/>
            <p:nvPr>
              <p:custDataLst>
                <p:tags r:id="rId8"/>
              </p:custDataLst>
            </p:nvPr>
          </p:nvSpPr>
          <p:spPr>
            <a:xfrm>
              <a:off x="-269240" y="-147320"/>
              <a:ext cx="1941687" cy="288289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83333"/>
                </a:lnSpc>
                <a:buNone/>
              </a:pPr>
              <a:r>
                <a:rPr lang="en-US" sz="2160" b="1">
                  <a:solidFill>
                    <a:srgbClr val="FFFFFF"/>
                  </a:solidFill>
                </a:rPr>
                <a:t>设备与文件系统</a:t>
              </a:r>
              <a:endParaRPr lang="en-US" sz="2160"/>
            </a:p>
          </p:txBody>
        </p:sp>
        <p:sp>
          <p:nvSpPr>
            <p:cNvPr id="28" name="Text 7" descr="TEMP_Z_ORDER_15"/>
            <p:cNvSpPr/>
            <p:nvPr>
              <p:custDataLst>
                <p:tags r:id="rId9"/>
              </p:custDataLst>
            </p:nvPr>
          </p:nvSpPr>
          <p:spPr>
            <a:xfrm>
              <a:off x="-269240" y="447040"/>
              <a:ext cx="4581144" cy="6654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ct val="133333"/>
                </a:lnSpc>
                <a:buNone/>
              </a:pPr>
              <a:r>
                <a:rPr lang="en-US" sz="1680">
                  <a:solidFill>
                    <a:srgbClr val="FFFFFF">
                      <a:alpha val="80000"/>
                    </a:srgbClr>
                  </a:solidFill>
                </a:rPr>
                <a:t>完善设备模型及热插拔支持；补全 procfs/sysfs 真实硬件中断与网络统计数据。</a:t>
              </a:r>
              <a:endParaRPr lang="en-US" sz="1680"/>
            </a:p>
          </p:txBody>
        </p:sp>
        <p:pic>
          <p:nvPicPr>
            <p:cNvPr id="29" name="Image 8" descr="TEMP_Z_ORDER_1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-269240" y="-635000"/>
              <a:ext cx="487680" cy="60960"/>
            </a:xfrm>
            <a:prstGeom prst="rect">
              <a:avLst/>
            </a:prstGeom>
          </p:spPr>
        </p:pic>
      </p:grpSp>
      <p:sp>
        <p:nvSpPr>
          <p:cNvPr id="19" name="Text 8"/>
          <p:cNvSpPr/>
          <p:nvPr>
            <p:custDataLst>
              <p:tags r:id="rId6"/>
            </p:custDataLst>
          </p:nvPr>
        </p:nvSpPr>
        <p:spPr>
          <a:xfrm>
            <a:off x="487680" y="443948"/>
            <a:ext cx="11225784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 err="1">
                <a:solidFill>
                  <a:schemeClr val="bg1"/>
                </a:solidFill>
              </a:rPr>
              <a:t>未来发展计划</a:t>
            </a:r>
            <a:r>
              <a:rPr lang="zh-CN" altLang="en-US" sz="2760" b="1" dirty="0">
                <a:solidFill>
                  <a:schemeClr val="bg1"/>
                </a:solidFill>
              </a:rPr>
              <a:t>：</a:t>
            </a:r>
            <a:endParaRPr lang="en-US" sz="2760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71292B-F705-4885-25AF-737F67DBC27D}"/>
              </a:ext>
            </a:extLst>
          </p:cNvPr>
          <p:cNvSpPr txBox="1"/>
          <p:nvPr/>
        </p:nvSpPr>
        <p:spPr>
          <a:xfrm>
            <a:off x="2862739" y="440809"/>
            <a:ext cx="55954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chemeClr val="bg1"/>
                </a:solidFill>
              </a:rPr>
              <a:t>面向多核高负载与真实设备场景，重点提升资源隔离、回收可靠性和系统可观测性。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4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8625700" y="-189273"/>
            <a:ext cx="3566301" cy="1188767"/>
            <a:chOff x="-635000" y="-635000"/>
            <a:chExt cx="3566301" cy="1188767"/>
          </a:xfrm>
        </p:grpSpPr>
        <p:pic>
          <p:nvPicPr>
            <p:cNvPr id="10" name="Image 0" descr="TEMP_Z_ORDER_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-635000" y="-635000"/>
              <a:ext cx="3566301" cy="1188767"/>
            </a:xfrm>
            <a:prstGeom prst="rect">
              <a:avLst/>
            </a:prstGeom>
          </p:spPr>
        </p:pic>
      </p:grpSp>
      <p:pic>
        <p:nvPicPr>
          <p:cNvPr id="3" name="Image 1" descr="https://test.web.static.jianzeppt.com/ppt-temp-img3/5c1e7c05140c5d850767587968027766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-69850" y="0"/>
            <a:ext cx="12331700" cy="6858000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8375650" y="-162560"/>
            <a:ext cx="3886200" cy="1295400"/>
            <a:chOff x="-635000" y="-635000"/>
            <a:chExt cx="3886200" cy="1295400"/>
          </a:xfrm>
        </p:grpSpPr>
        <p:pic>
          <p:nvPicPr>
            <p:cNvPr id="12" name="Image 2" descr="TEMP_Z_ORD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-635000" y="-635000"/>
              <a:ext cx="3886200" cy="1295400"/>
            </a:xfrm>
            <a:prstGeom prst="rect">
              <a:avLst/>
            </a:prstGeom>
          </p:spPr>
        </p:pic>
      </p:grpSp>
      <p:sp>
        <p:nvSpPr>
          <p:cNvPr id="5" name="Text 0"/>
          <p:cNvSpPr/>
          <p:nvPr>
            <p:custDataLst>
              <p:tags r:id="rId4"/>
            </p:custDataLst>
          </p:nvPr>
        </p:nvSpPr>
        <p:spPr>
          <a:xfrm>
            <a:off x="2176145" y="2265680"/>
            <a:ext cx="7836789" cy="109728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333"/>
              </a:lnSpc>
              <a:buNone/>
            </a:pPr>
            <a:r>
              <a:rPr lang="en-US" sz="7200" b="1">
                <a:solidFill>
                  <a:srgbClr val="FFFFFF"/>
                </a:solidFill>
              </a:rPr>
              <a:t>感谢您的聆听</a:t>
            </a:r>
            <a:endParaRPr lang="en-US" sz="7200"/>
          </a:p>
        </p:txBody>
      </p:sp>
      <p:sp>
        <p:nvSpPr>
          <p:cNvPr id="6" name="Text 1"/>
          <p:cNvSpPr/>
          <p:nvPr>
            <p:custDataLst>
              <p:tags r:id="rId5"/>
            </p:custDataLst>
          </p:nvPr>
        </p:nvSpPr>
        <p:spPr>
          <a:xfrm>
            <a:off x="5573748" y="6581317"/>
            <a:ext cx="1041583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960">
                <a:solidFill>
                  <a:srgbClr val="808080"/>
                </a:solidFill>
              </a:rPr>
              <a:t>2026/08/14</a:t>
            </a:r>
            <a:endParaRPr lang="en-US" sz="960"/>
          </a:p>
        </p:txBody>
      </p:sp>
      <p:sp>
        <p:nvSpPr>
          <p:cNvPr id="7" name="Text 2"/>
          <p:cNvSpPr/>
          <p:nvPr>
            <p:custDataLst>
              <p:tags r:id="rId6"/>
            </p:custDataLst>
          </p:nvPr>
        </p:nvSpPr>
        <p:spPr>
          <a:xfrm>
            <a:off x="5180683" y="6361607"/>
            <a:ext cx="1839778" cy="13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960">
                <a:solidFill>
                  <a:srgbClr val="808080"/>
                </a:solidFill>
              </a:rPr>
              <a:t>学无止境气有浩然</a:t>
            </a:r>
            <a:endParaRPr lang="en-US" sz="960"/>
          </a:p>
        </p:txBody>
      </p:sp>
      <p:sp>
        <p:nvSpPr>
          <p:cNvPr id="8" name="Text 3"/>
          <p:cNvSpPr/>
          <p:nvPr>
            <p:custDataLst>
              <p:tags r:id="rId7"/>
            </p:custDataLst>
          </p:nvPr>
        </p:nvSpPr>
        <p:spPr>
          <a:xfrm>
            <a:off x="3897983" y="3408539"/>
            <a:ext cx="4295323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960" b="1" dirty="0" err="1">
                <a:solidFill>
                  <a:srgbClr val="FFFFFF"/>
                </a:solidFill>
              </a:rPr>
              <a:t>学无止境</a:t>
            </a:r>
            <a:r>
              <a:rPr lang="en-US" sz="3960" b="1" dirty="0">
                <a:solidFill>
                  <a:srgbClr val="FFFFFF"/>
                </a:solidFill>
              </a:rPr>
              <a:t> </a:t>
            </a:r>
            <a:r>
              <a:rPr lang="en-US" sz="3960" b="1" dirty="0" err="1">
                <a:solidFill>
                  <a:srgbClr val="FFFFFF"/>
                </a:solidFill>
              </a:rPr>
              <a:t>气有浩然</a:t>
            </a:r>
            <a:endParaRPr lang="en-US" sz="396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3" animBg="1"/>
      <p:bldP spid="6" grpId="6" animBg="1"/>
      <p:bldP spid="7" grpId="5" animBg="1"/>
      <p:bldP spid="8" grpId="4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5.10.134.13"/>
  <p:tag name="AS_RELEASE_DATE" val="2025.05.31"/>
  <p:tag name="AS_TITLE" val="Aspose.Slides for Java"/>
  <p:tag name="AS_VERSION" val="2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7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8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9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6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6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9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7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18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6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7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8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49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8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9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6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8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9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6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5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7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6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8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6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88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9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6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7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8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9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7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6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6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7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9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5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6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7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3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4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7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9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6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7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6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2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8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9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5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6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7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0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2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6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7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3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4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5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2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5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6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7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8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9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9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5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6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7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8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2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7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9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2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3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4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6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7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8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9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0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0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5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7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8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9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7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4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8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9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0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4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5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6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7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8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9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2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3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4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5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6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7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8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9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0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2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0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2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5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6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7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0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1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7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8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2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3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4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1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5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6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7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4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6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7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0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8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MiSans"/>
        <a:cs typeface=""/>
      </a:majorFont>
      <a:minorFont>
        <a:latin typeface="Arial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1048</Words>
  <Application>Microsoft Macintosh PowerPoint</Application>
  <PresentationFormat>宽屏</PresentationFormat>
  <Paragraphs>184</Paragraphs>
  <Slides>25</Slides>
  <Notes>23</Notes>
  <HiddenSlides>0</HiddenSlides>
  <MMClips>2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文泉驿等宽微米黑</vt:lpstr>
      <vt:lpstr>SourceHanSansCN-Bold</vt:lpstr>
      <vt:lpstr>SourceHanSansCN-Regular</vt:lpstr>
      <vt:lpstr>Arial</vt:lpstr>
      <vt:lpstr>Calibri</vt:lpstr>
      <vt:lpstr>Wingdings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佳灿 李</cp:lastModifiedBy>
  <cp:revision>33</cp:revision>
  <cp:lastPrinted>2026-08-18T02:54:46Z</cp:lastPrinted>
  <dcterms:created xsi:type="dcterms:W3CDTF">2026-08-17T18:54:46Z</dcterms:created>
  <dcterms:modified xsi:type="dcterms:W3CDTF">2026-08-18T11:33:02Z</dcterms:modified>
</cp:coreProperties>
</file>